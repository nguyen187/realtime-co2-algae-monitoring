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23"/>
  </p:notesMasterIdLst>
  <p:sldIdLst>
    <p:sldId id="767" r:id="rId2"/>
    <p:sldId id="358" r:id="rId3"/>
    <p:sldId id="751" r:id="rId4"/>
    <p:sldId id="746" r:id="rId5"/>
    <p:sldId id="752" r:id="rId6"/>
    <p:sldId id="774" r:id="rId7"/>
    <p:sldId id="775" r:id="rId8"/>
    <p:sldId id="779" r:id="rId9"/>
    <p:sldId id="765" r:id="rId10"/>
    <p:sldId id="772" r:id="rId11"/>
    <p:sldId id="757" r:id="rId12"/>
    <p:sldId id="755" r:id="rId13"/>
    <p:sldId id="781" r:id="rId14"/>
    <p:sldId id="764" r:id="rId15"/>
    <p:sldId id="771" r:id="rId16"/>
    <p:sldId id="780" r:id="rId17"/>
    <p:sldId id="549" r:id="rId18"/>
    <p:sldId id="770" r:id="rId19"/>
    <p:sldId id="782" r:id="rId20"/>
    <p:sldId id="769" r:id="rId21"/>
    <p:sldId id="75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340" autoAdjust="0"/>
    <p:restoredTop sz="94660"/>
  </p:normalViewPr>
  <p:slideViewPr>
    <p:cSldViewPr snapToGrid="0">
      <p:cViewPr varScale="1">
        <p:scale>
          <a:sx n="78" d="100"/>
          <a:sy n="78" d="100"/>
        </p:scale>
        <p:origin x="40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6B2A5C-DC59-4632-AB1E-4B6D338F4109}" type="datetimeFigureOut">
              <a:rPr lang="en-US" smtClean="0"/>
              <a:t>7/27/2024</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9F161-F6B1-4E80-85C1-AC037716AFC1}" type="slidenum">
              <a:rPr lang="en-US" smtClean="0"/>
              <a:t>‹#›</a:t>
            </a:fld>
            <a:endParaRPr lang="en-US"/>
          </a:p>
        </p:txBody>
      </p:sp>
    </p:spTree>
    <p:extLst>
      <p:ext uri="{BB962C8B-B14F-4D97-AF65-F5344CB8AC3E}">
        <p14:creationId xmlns:p14="http://schemas.microsoft.com/office/powerpoint/2010/main" val="32436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Open Sans" panose="020B0606030504020204" pitchFamily="34" charset="0"/>
                <a:ea typeface="Open Sans" panose="020B0606030504020204" pitchFamily="34" charset="0"/>
                <a:cs typeface="Open Sans" panose="020B0606030504020204" pitchFamily="34" charset="0"/>
              </a:rPr>
              <a:t>Note: Please after inserting your picture, “Right Click” on the picture and “Send it to Back” to get the “Gradient” effect.</a:t>
            </a:r>
          </a:p>
        </p:txBody>
      </p:sp>
      <p:sp>
        <p:nvSpPr>
          <p:cNvPr id="4" name="Slide Number Placeholder 3"/>
          <p:cNvSpPr>
            <a:spLocks noGrp="1"/>
          </p:cNvSpPr>
          <p:nvPr>
            <p:ph type="sldNum" sz="quarter" idx="10"/>
          </p:nvPr>
        </p:nvSpPr>
        <p:spPr/>
        <p:txBody>
          <a:bodyPr/>
          <a:lstStyle/>
          <a:p>
            <a:fld id="{B54E9774-26C6-4288-8776-D66481D44710}" type="slidenum">
              <a:rPr lang="en-US" smtClean="0"/>
              <a:t>1</a:t>
            </a:fld>
            <a:endParaRPr lang="en-US"/>
          </a:p>
        </p:txBody>
      </p:sp>
    </p:spTree>
    <p:extLst>
      <p:ext uri="{BB962C8B-B14F-4D97-AF65-F5344CB8AC3E}">
        <p14:creationId xmlns:p14="http://schemas.microsoft.com/office/powerpoint/2010/main" val="2323344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Open Sans" panose="020B0606030504020204" pitchFamily="34" charset="0"/>
                <a:ea typeface="Open Sans" panose="020B0606030504020204" pitchFamily="34" charset="0"/>
                <a:cs typeface="Open Sans" panose="020B0606030504020204" pitchFamily="34" charset="0"/>
              </a:rPr>
              <a:t>Note: Please after inserting your picture, “Right Click” on the picture and “Send it to Back” to get the “Gradient” effect.</a:t>
            </a:r>
          </a:p>
        </p:txBody>
      </p:sp>
      <p:sp>
        <p:nvSpPr>
          <p:cNvPr id="4" name="Slide Number Placeholder 3"/>
          <p:cNvSpPr>
            <a:spLocks noGrp="1"/>
          </p:cNvSpPr>
          <p:nvPr>
            <p:ph type="sldNum" sz="quarter" idx="10"/>
          </p:nvPr>
        </p:nvSpPr>
        <p:spPr/>
        <p:txBody>
          <a:bodyPr/>
          <a:lstStyle/>
          <a:p>
            <a:fld id="{B54E9774-26C6-4288-8776-D66481D44710}" type="slidenum">
              <a:rPr lang="en-US" smtClean="0"/>
              <a:t>4</a:t>
            </a:fld>
            <a:endParaRPr lang="en-US"/>
          </a:p>
        </p:txBody>
      </p:sp>
    </p:spTree>
    <p:extLst>
      <p:ext uri="{BB962C8B-B14F-4D97-AF65-F5344CB8AC3E}">
        <p14:creationId xmlns:p14="http://schemas.microsoft.com/office/powerpoint/2010/main" val="2177886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Open Sans" panose="020B0606030504020204" pitchFamily="34" charset="0"/>
                <a:ea typeface="Open Sans" panose="020B0606030504020204" pitchFamily="34" charset="0"/>
                <a:cs typeface="Open Sans" panose="020B0606030504020204" pitchFamily="34" charset="0"/>
              </a:rPr>
              <a:t>Note: Please after inserting your picture, “Right Click” on the picture and “Send it to Back” to get the “Gradient” effect.</a:t>
            </a:r>
          </a:p>
        </p:txBody>
      </p:sp>
      <p:sp>
        <p:nvSpPr>
          <p:cNvPr id="4" name="Slide Number Placeholder 3"/>
          <p:cNvSpPr>
            <a:spLocks noGrp="1"/>
          </p:cNvSpPr>
          <p:nvPr>
            <p:ph type="sldNum" sz="quarter" idx="10"/>
          </p:nvPr>
        </p:nvSpPr>
        <p:spPr/>
        <p:txBody>
          <a:bodyPr/>
          <a:lstStyle/>
          <a:p>
            <a:fld id="{B54E9774-26C6-4288-8776-D66481D44710}" type="slidenum">
              <a:rPr lang="en-US" smtClean="0"/>
              <a:t>7</a:t>
            </a:fld>
            <a:endParaRPr lang="en-US"/>
          </a:p>
        </p:txBody>
      </p:sp>
    </p:spTree>
    <p:extLst>
      <p:ext uri="{BB962C8B-B14F-4D97-AF65-F5344CB8AC3E}">
        <p14:creationId xmlns:p14="http://schemas.microsoft.com/office/powerpoint/2010/main" val="3263403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Open Sans" panose="020B0606030504020204" pitchFamily="34" charset="0"/>
                <a:ea typeface="Open Sans" panose="020B0606030504020204" pitchFamily="34" charset="0"/>
                <a:cs typeface="Open Sans" panose="020B0606030504020204" pitchFamily="34" charset="0"/>
              </a:rPr>
              <a:t>Note: Please after inserting your picture, “Right Click” on the picture and “Send it to Back” to get the “Gradient” effect.</a:t>
            </a:r>
          </a:p>
        </p:txBody>
      </p:sp>
      <p:sp>
        <p:nvSpPr>
          <p:cNvPr id="4" name="Slide Number Placeholder 3"/>
          <p:cNvSpPr>
            <a:spLocks noGrp="1"/>
          </p:cNvSpPr>
          <p:nvPr>
            <p:ph type="sldNum" sz="quarter" idx="10"/>
          </p:nvPr>
        </p:nvSpPr>
        <p:spPr/>
        <p:txBody>
          <a:bodyPr/>
          <a:lstStyle/>
          <a:p>
            <a:fld id="{B54E9774-26C6-4288-8776-D66481D44710}" type="slidenum">
              <a:rPr lang="en-US" smtClean="0"/>
              <a:t>12</a:t>
            </a:fld>
            <a:endParaRPr lang="en-US"/>
          </a:p>
        </p:txBody>
      </p:sp>
    </p:spTree>
    <p:extLst>
      <p:ext uri="{BB962C8B-B14F-4D97-AF65-F5344CB8AC3E}">
        <p14:creationId xmlns:p14="http://schemas.microsoft.com/office/powerpoint/2010/main" val="3128752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21C9F161-F6B1-4E80-85C1-AC037716AFC1}" type="slidenum">
              <a:rPr lang="en-US" smtClean="0"/>
              <a:t>13</a:t>
            </a:fld>
            <a:endParaRPr lang="en-US"/>
          </a:p>
        </p:txBody>
      </p:sp>
    </p:spTree>
    <p:extLst>
      <p:ext uri="{BB962C8B-B14F-4D97-AF65-F5344CB8AC3E}">
        <p14:creationId xmlns:p14="http://schemas.microsoft.com/office/powerpoint/2010/main" val="511765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1083D71-753A-3E5B-A0F5-9B73A2E56AF0}"/>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EFF7DB2C-045D-D664-71AD-8CEEACC064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A868EC51-117E-8728-9878-89B3AF94F3EC}"/>
              </a:ext>
            </a:extLst>
          </p:cNvPr>
          <p:cNvSpPr>
            <a:spLocks noGrp="1"/>
          </p:cNvSpPr>
          <p:nvPr>
            <p:ph type="dt" sz="half" idx="10"/>
          </p:nvPr>
        </p:nvSpPr>
        <p:spPr/>
        <p:txBody>
          <a:bodyPr/>
          <a:lstStyle/>
          <a:p>
            <a:fld id="{F19A1133-2176-488E-A26E-537B0E0C17A1}" type="datetimeFigureOut">
              <a:rPr lang="en-US" smtClean="0"/>
              <a:t>7/27/2024</a:t>
            </a:fld>
            <a:endParaRPr lang="en-US"/>
          </a:p>
        </p:txBody>
      </p:sp>
      <p:sp>
        <p:nvSpPr>
          <p:cNvPr id="5" name="Chỗ dành sẵn cho Chân trang 4">
            <a:extLst>
              <a:ext uri="{FF2B5EF4-FFF2-40B4-BE49-F238E27FC236}">
                <a16:creationId xmlns:a16="http://schemas.microsoft.com/office/drawing/2014/main" id="{94E8467A-5DC3-9190-FA24-8EAF4E235ECF}"/>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895990E7-56A9-9B47-010C-85836122F2CB}"/>
              </a:ext>
            </a:extLst>
          </p:cNvPr>
          <p:cNvSpPr>
            <a:spLocks noGrp="1"/>
          </p:cNvSpPr>
          <p:nvPr>
            <p:ph type="sldNum" sz="quarter" idx="12"/>
          </p:nvPr>
        </p:nvSpPr>
        <p:spPr/>
        <p:txBody>
          <a:bodyPr/>
          <a:lstStyle/>
          <a:p>
            <a:fld id="{13698483-0287-4B3D-AF6D-609033EE912E}" type="slidenum">
              <a:rPr lang="en-US" smtClean="0"/>
              <a:t>‹#›</a:t>
            </a:fld>
            <a:endParaRPr lang="en-US"/>
          </a:p>
        </p:txBody>
      </p:sp>
    </p:spTree>
    <p:extLst>
      <p:ext uri="{BB962C8B-B14F-4D97-AF65-F5344CB8AC3E}">
        <p14:creationId xmlns:p14="http://schemas.microsoft.com/office/powerpoint/2010/main" val="167019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9FDB1AC-ABF7-2B1B-3F41-7E0E536001DD}"/>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B558EEC0-9913-76EB-B391-65810F1E682F}"/>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A1DF94F5-767B-0703-0539-3F507F34A243}"/>
              </a:ext>
            </a:extLst>
          </p:cNvPr>
          <p:cNvSpPr>
            <a:spLocks noGrp="1"/>
          </p:cNvSpPr>
          <p:nvPr>
            <p:ph type="dt" sz="half" idx="10"/>
          </p:nvPr>
        </p:nvSpPr>
        <p:spPr/>
        <p:txBody>
          <a:bodyPr/>
          <a:lstStyle/>
          <a:p>
            <a:fld id="{F19A1133-2176-488E-A26E-537B0E0C17A1}" type="datetimeFigureOut">
              <a:rPr lang="en-US" smtClean="0"/>
              <a:t>7/27/2024</a:t>
            </a:fld>
            <a:endParaRPr lang="en-US"/>
          </a:p>
        </p:txBody>
      </p:sp>
      <p:sp>
        <p:nvSpPr>
          <p:cNvPr id="5" name="Chỗ dành sẵn cho Chân trang 4">
            <a:extLst>
              <a:ext uri="{FF2B5EF4-FFF2-40B4-BE49-F238E27FC236}">
                <a16:creationId xmlns:a16="http://schemas.microsoft.com/office/drawing/2014/main" id="{33566F4D-DE00-C70C-6834-A7CAC3643547}"/>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3756EF90-3816-8737-D745-F677AE2564E9}"/>
              </a:ext>
            </a:extLst>
          </p:cNvPr>
          <p:cNvSpPr>
            <a:spLocks noGrp="1"/>
          </p:cNvSpPr>
          <p:nvPr>
            <p:ph type="sldNum" sz="quarter" idx="12"/>
          </p:nvPr>
        </p:nvSpPr>
        <p:spPr/>
        <p:txBody>
          <a:bodyPr/>
          <a:lstStyle/>
          <a:p>
            <a:fld id="{13698483-0287-4B3D-AF6D-609033EE912E}" type="slidenum">
              <a:rPr lang="en-US" smtClean="0"/>
              <a:t>‹#›</a:t>
            </a:fld>
            <a:endParaRPr lang="en-US"/>
          </a:p>
        </p:txBody>
      </p:sp>
    </p:spTree>
    <p:extLst>
      <p:ext uri="{BB962C8B-B14F-4D97-AF65-F5344CB8AC3E}">
        <p14:creationId xmlns:p14="http://schemas.microsoft.com/office/powerpoint/2010/main" val="954921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FB580BD-FF11-507B-ADE7-1C19E1923F67}"/>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1020E6EE-E513-5DF0-CE8A-AF9F9D951F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C08B077E-41B1-DCDC-609E-CDA8C1FA3C62}"/>
              </a:ext>
            </a:extLst>
          </p:cNvPr>
          <p:cNvSpPr>
            <a:spLocks noGrp="1"/>
          </p:cNvSpPr>
          <p:nvPr>
            <p:ph type="dt" sz="half" idx="10"/>
          </p:nvPr>
        </p:nvSpPr>
        <p:spPr/>
        <p:txBody>
          <a:bodyPr/>
          <a:lstStyle/>
          <a:p>
            <a:fld id="{F19A1133-2176-488E-A26E-537B0E0C17A1}" type="datetimeFigureOut">
              <a:rPr lang="en-US" smtClean="0"/>
              <a:t>7/27/2024</a:t>
            </a:fld>
            <a:endParaRPr lang="en-US"/>
          </a:p>
        </p:txBody>
      </p:sp>
      <p:sp>
        <p:nvSpPr>
          <p:cNvPr id="5" name="Chỗ dành sẵn cho Chân trang 4">
            <a:extLst>
              <a:ext uri="{FF2B5EF4-FFF2-40B4-BE49-F238E27FC236}">
                <a16:creationId xmlns:a16="http://schemas.microsoft.com/office/drawing/2014/main" id="{D2C30913-2EBA-2919-C517-59E9B4149C20}"/>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0641D653-2211-6A02-E550-A9D0E3B9479E}"/>
              </a:ext>
            </a:extLst>
          </p:cNvPr>
          <p:cNvSpPr>
            <a:spLocks noGrp="1"/>
          </p:cNvSpPr>
          <p:nvPr>
            <p:ph type="sldNum" sz="quarter" idx="12"/>
          </p:nvPr>
        </p:nvSpPr>
        <p:spPr/>
        <p:txBody>
          <a:bodyPr/>
          <a:lstStyle/>
          <a:p>
            <a:fld id="{13698483-0287-4B3D-AF6D-609033EE912E}" type="slidenum">
              <a:rPr lang="en-US" smtClean="0"/>
              <a:t>‹#›</a:t>
            </a:fld>
            <a:endParaRPr lang="en-US"/>
          </a:p>
        </p:txBody>
      </p:sp>
    </p:spTree>
    <p:extLst>
      <p:ext uri="{BB962C8B-B14F-4D97-AF65-F5344CB8AC3E}">
        <p14:creationId xmlns:p14="http://schemas.microsoft.com/office/powerpoint/2010/main" val="2103288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F1688B8-E898-EBC8-E232-E840F08BFCB8}"/>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5445E58E-D2D5-2D79-2AB8-A67E83061115}"/>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E6B883BC-323B-A1F6-06F0-9E29C2A8A11E}"/>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0DABDB0E-E956-A532-EBB2-16BC77AA82F2}"/>
              </a:ext>
            </a:extLst>
          </p:cNvPr>
          <p:cNvSpPr>
            <a:spLocks noGrp="1"/>
          </p:cNvSpPr>
          <p:nvPr>
            <p:ph type="dt" sz="half" idx="10"/>
          </p:nvPr>
        </p:nvSpPr>
        <p:spPr/>
        <p:txBody>
          <a:bodyPr/>
          <a:lstStyle/>
          <a:p>
            <a:fld id="{F19A1133-2176-488E-A26E-537B0E0C17A1}" type="datetimeFigureOut">
              <a:rPr lang="en-US" smtClean="0"/>
              <a:t>7/27/2024</a:t>
            </a:fld>
            <a:endParaRPr lang="en-US"/>
          </a:p>
        </p:txBody>
      </p:sp>
      <p:sp>
        <p:nvSpPr>
          <p:cNvPr id="6" name="Chỗ dành sẵn cho Chân trang 5">
            <a:extLst>
              <a:ext uri="{FF2B5EF4-FFF2-40B4-BE49-F238E27FC236}">
                <a16:creationId xmlns:a16="http://schemas.microsoft.com/office/drawing/2014/main" id="{8D4205FE-6F1F-00DB-ACB8-4666B4057879}"/>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9E979129-65B1-EF69-6AEF-C85F4B43C47B}"/>
              </a:ext>
            </a:extLst>
          </p:cNvPr>
          <p:cNvSpPr>
            <a:spLocks noGrp="1"/>
          </p:cNvSpPr>
          <p:nvPr>
            <p:ph type="sldNum" sz="quarter" idx="12"/>
          </p:nvPr>
        </p:nvSpPr>
        <p:spPr/>
        <p:txBody>
          <a:bodyPr/>
          <a:lstStyle/>
          <a:p>
            <a:fld id="{13698483-0287-4B3D-AF6D-609033EE912E}" type="slidenum">
              <a:rPr lang="en-US" smtClean="0"/>
              <a:t>‹#›</a:t>
            </a:fld>
            <a:endParaRPr lang="en-US"/>
          </a:p>
        </p:txBody>
      </p:sp>
    </p:spTree>
    <p:extLst>
      <p:ext uri="{BB962C8B-B14F-4D97-AF65-F5344CB8AC3E}">
        <p14:creationId xmlns:p14="http://schemas.microsoft.com/office/powerpoint/2010/main" val="502073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3DA91DA-BEB4-5054-CF27-DA986642B24B}"/>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6361205A-FA60-A464-AE16-00A7EBC559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CC8C326A-36AC-B914-8CD5-A32964017678}"/>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67980FB2-DA6C-160C-74C9-D746B5E041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3894B62E-30BE-015B-DF23-44584636F6D5}"/>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DC5FE0A7-4F86-2134-B919-D719D785D6A3}"/>
              </a:ext>
            </a:extLst>
          </p:cNvPr>
          <p:cNvSpPr>
            <a:spLocks noGrp="1"/>
          </p:cNvSpPr>
          <p:nvPr>
            <p:ph type="dt" sz="half" idx="10"/>
          </p:nvPr>
        </p:nvSpPr>
        <p:spPr/>
        <p:txBody>
          <a:bodyPr/>
          <a:lstStyle/>
          <a:p>
            <a:fld id="{F19A1133-2176-488E-A26E-537B0E0C17A1}" type="datetimeFigureOut">
              <a:rPr lang="en-US" smtClean="0"/>
              <a:t>7/27/2024</a:t>
            </a:fld>
            <a:endParaRPr lang="en-US"/>
          </a:p>
        </p:txBody>
      </p:sp>
      <p:sp>
        <p:nvSpPr>
          <p:cNvPr id="8" name="Chỗ dành sẵn cho Chân trang 7">
            <a:extLst>
              <a:ext uri="{FF2B5EF4-FFF2-40B4-BE49-F238E27FC236}">
                <a16:creationId xmlns:a16="http://schemas.microsoft.com/office/drawing/2014/main" id="{F30A5153-4708-1E04-8340-06BC1BEFE5A6}"/>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677CC35F-CAB9-22F9-F583-B8A20C5D6B8F}"/>
              </a:ext>
            </a:extLst>
          </p:cNvPr>
          <p:cNvSpPr>
            <a:spLocks noGrp="1"/>
          </p:cNvSpPr>
          <p:nvPr>
            <p:ph type="sldNum" sz="quarter" idx="12"/>
          </p:nvPr>
        </p:nvSpPr>
        <p:spPr/>
        <p:txBody>
          <a:bodyPr/>
          <a:lstStyle/>
          <a:p>
            <a:fld id="{13698483-0287-4B3D-AF6D-609033EE912E}" type="slidenum">
              <a:rPr lang="en-US" smtClean="0"/>
              <a:t>‹#›</a:t>
            </a:fld>
            <a:endParaRPr lang="en-US"/>
          </a:p>
        </p:txBody>
      </p:sp>
    </p:spTree>
    <p:extLst>
      <p:ext uri="{BB962C8B-B14F-4D97-AF65-F5344CB8AC3E}">
        <p14:creationId xmlns:p14="http://schemas.microsoft.com/office/powerpoint/2010/main" val="2282313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1A105B3-DED1-9B33-0B84-E484724E34CF}"/>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22EB0B29-2E16-9FDC-EE18-B2369C32D0F6}"/>
              </a:ext>
            </a:extLst>
          </p:cNvPr>
          <p:cNvSpPr>
            <a:spLocks noGrp="1"/>
          </p:cNvSpPr>
          <p:nvPr>
            <p:ph type="dt" sz="half" idx="10"/>
          </p:nvPr>
        </p:nvSpPr>
        <p:spPr/>
        <p:txBody>
          <a:bodyPr/>
          <a:lstStyle/>
          <a:p>
            <a:fld id="{F19A1133-2176-488E-A26E-537B0E0C17A1}" type="datetimeFigureOut">
              <a:rPr lang="en-US" smtClean="0"/>
              <a:t>7/27/2024</a:t>
            </a:fld>
            <a:endParaRPr lang="en-US"/>
          </a:p>
        </p:txBody>
      </p:sp>
      <p:sp>
        <p:nvSpPr>
          <p:cNvPr id="4" name="Chỗ dành sẵn cho Chân trang 3">
            <a:extLst>
              <a:ext uri="{FF2B5EF4-FFF2-40B4-BE49-F238E27FC236}">
                <a16:creationId xmlns:a16="http://schemas.microsoft.com/office/drawing/2014/main" id="{12ACF3EB-5367-2622-E8F4-6865E480C63B}"/>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A2C2D703-5C0C-83BE-71BA-93C36B89C766}"/>
              </a:ext>
            </a:extLst>
          </p:cNvPr>
          <p:cNvSpPr>
            <a:spLocks noGrp="1"/>
          </p:cNvSpPr>
          <p:nvPr>
            <p:ph type="sldNum" sz="quarter" idx="12"/>
          </p:nvPr>
        </p:nvSpPr>
        <p:spPr/>
        <p:txBody>
          <a:bodyPr/>
          <a:lstStyle/>
          <a:p>
            <a:fld id="{13698483-0287-4B3D-AF6D-609033EE912E}" type="slidenum">
              <a:rPr lang="en-US" smtClean="0"/>
              <a:t>‹#›</a:t>
            </a:fld>
            <a:endParaRPr lang="en-US"/>
          </a:p>
        </p:txBody>
      </p:sp>
    </p:spTree>
    <p:extLst>
      <p:ext uri="{BB962C8B-B14F-4D97-AF65-F5344CB8AC3E}">
        <p14:creationId xmlns:p14="http://schemas.microsoft.com/office/powerpoint/2010/main" val="2981346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26EE25FD-1B0C-DA54-ADD2-C56B00E5553D}"/>
              </a:ext>
            </a:extLst>
          </p:cNvPr>
          <p:cNvSpPr>
            <a:spLocks noGrp="1"/>
          </p:cNvSpPr>
          <p:nvPr>
            <p:ph type="dt" sz="half" idx="10"/>
          </p:nvPr>
        </p:nvSpPr>
        <p:spPr/>
        <p:txBody>
          <a:bodyPr/>
          <a:lstStyle/>
          <a:p>
            <a:fld id="{F19A1133-2176-488E-A26E-537B0E0C17A1}" type="datetimeFigureOut">
              <a:rPr lang="en-US" smtClean="0"/>
              <a:t>7/27/2024</a:t>
            </a:fld>
            <a:endParaRPr lang="en-US"/>
          </a:p>
        </p:txBody>
      </p:sp>
      <p:sp>
        <p:nvSpPr>
          <p:cNvPr id="3" name="Chỗ dành sẵn cho Chân trang 2">
            <a:extLst>
              <a:ext uri="{FF2B5EF4-FFF2-40B4-BE49-F238E27FC236}">
                <a16:creationId xmlns:a16="http://schemas.microsoft.com/office/drawing/2014/main" id="{D571A232-B3FB-1A7A-B780-01A4E921A9A4}"/>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AA0966E3-C8CB-4F8C-2451-5375E67CD180}"/>
              </a:ext>
            </a:extLst>
          </p:cNvPr>
          <p:cNvSpPr>
            <a:spLocks noGrp="1"/>
          </p:cNvSpPr>
          <p:nvPr>
            <p:ph type="sldNum" sz="quarter" idx="12"/>
          </p:nvPr>
        </p:nvSpPr>
        <p:spPr/>
        <p:txBody>
          <a:bodyPr/>
          <a:lstStyle/>
          <a:p>
            <a:fld id="{13698483-0287-4B3D-AF6D-609033EE912E}" type="slidenum">
              <a:rPr lang="en-US" smtClean="0"/>
              <a:t>‹#›</a:t>
            </a:fld>
            <a:endParaRPr lang="en-US"/>
          </a:p>
        </p:txBody>
      </p:sp>
    </p:spTree>
    <p:extLst>
      <p:ext uri="{BB962C8B-B14F-4D97-AF65-F5344CB8AC3E}">
        <p14:creationId xmlns:p14="http://schemas.microsoft.com/office/powerpoint/2010/main" val="1871960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C7F3F65-2ECF-1837-8B0E-0374A2D5D823}"/>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573FB864-EEEB-86CE-A419-DC97ECC34D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5AE27958-97E0-9329-B363-ED128FEEF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20B00FC2-07CC-6CFA-27D9-CCD1CBA9DA94}"/>
              </a:ext>
            </a:extLst>
          </p:cNvPr>
          <p:cNvSpPr>
            <a:spLocks noGrp="1"/>
          </p:cNvSpPr>
          <p:nvPr>
            <p:ph type="dt" sz="half" idx="10"/>
          </p:nvPr>
        </p:nvSpPr>
        <p:spPr/>
        <p:txBody>
          <a:bodyPr/>
          <a:lstStyle/>
          <a:p>
            <a:fld id="{F19A1133-2176-488E-A26E-537B0E0C17A1}" type="datetimeFigureOut">
              <a:rPr lang="en-US" smtClean="0"/>
              <a:t>7/27/2024</a:t>
            </a:fld>
            <a:endParaRPr lang="en-US"/>
          </a:p>
        </p:txBody>
      </p:sp>
      <p:sp>
        <p:nvSpPr>
          <p:cNvPr id="6" name="Chỗ dành sẵn cho Chân trang 5">
            <a:extLst>
              <a:ext uri="{FF2B5EF4-FFF2-40B4-BE49-F238E27FC236}">
                <a16:creationId xmlns:a16="http://schemas.microsoft.com/office/drawing/2014/main" id="{F56D3F38-632E-7185-7616-61241350921B}"/>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D9F5623F-BFEC-2138-7041-EA77D45D2B18}"/>
              </a:ext>
            </a:extLst>
          </p:cNvPr>
          <p:cNvSpPr>
            <a:spLocks noGrp="1"/>
          </p:cNvSpPr>
          <p:nvPr>
            <p:ph type="sldNum" sz="quarter" idx="12"/>
          </p:nvPr>
        </p:nvSpPr>
        <p:spPr/>
        <p:txBody>
          <a:bodyPr/>
          <a:lstStyle/>
          <a:p>
            <a:fld id="{13698483-0287-4B3D-AF6D-609033EE912E}" type="slidenum">
              <a:rPr lang="en-US" smtClean="0"/>
              <a:t>‹#›</a:t>
            </a:fld>
            <a:endParaRPr lang="en-US"/>
          </a:p>
        </p:txBody>
      </p:sp>
    </p:spTree>
    <p:extLst>
      <p:ext uri="{BB962C8B-B14F-4D97-AF65-F5344CB8AC3E}">
        <p14:creationId xmlns:p14="http://schemas.microsoft.com/office/powerpoint/2010/main" val="1838907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B72BAEE-233A-DAFB-03FE-959DB061899F}"/>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3997C607-ADE5-9C2D-FFE0-13CDE7911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DB30EF7F-8523-6837-ED71-5889B7FFCA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ED02ED89-6717-57EA-C797-1BD00A04A57B}"/>
              </a:ext>
            </a:extLst>
          </p:cNvPr>
          <p:cNvSpPr>
            <a:spLocks noGrp="1"/>
          </p:cNvSpPr>
          <p:nvPr>
            <p:ph type="dt" sz="half" idx="10"/>
          </p:nvPr>
        </p:nvSpPr>
        <p:spPr/>
        <p:txBody>
          <a:bodyPr/>
          <a:lstStyle/>
          <a:p>
            <a:fld id="{F19A1133-2176-488E-A26E-537B0E0C17A1}" type="datetimeFigureOut">
              <a:rPr lang="en-US" smtClean="0"/>
              <a:t>7/27/2024</a:t>
            </a:fld>
            <a:endParaRPr lang="en-US"/>
          </a:p>
        </p:txBody>
      </p:sp>
      <p:sp>
        <p:nvSpPr>
          <p:cNvPr id="6" name="Chỗ dành sẵn cho Chân trang 5">
            <a:extLst>
              <a:ext uri="{FF2B5EF4-FFF2-40B4-BE49-F238E27FC236}">
                <a16:creationId xmlns:a16="http://schemas.microsoft.com/office/drawing/2014/main" id="{6CABAAA3-849F-8809-632E-31C2C0F18EB6}"/>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FEEE19B8-CB32-5DF1-142A-A1C84AF0A03D}"/>
              </a:ext>
            </a:extLst>
          </p:cNvPr>
          <p:cNvSpPr>
            <a:spLocks noGrp="1"/>
          </p:cNvSpPr>
          <p:nvPr>
            <p:ph type="sldNum" sz="quarter" idx="12"/>
          </p:nvPr>
        </p:nvSpPr>
        <p:spPr/>
        <p:txBody>
          <a:bodyPr/>
          <a:lstStyle/>
          <a:p>
            <a:fld id="{13698483-0287-4B3D-AF6D-609033EE912E}" type="slidenum">
              <a:rPr lang="en-US" smtClean="0"/>
              <a:t>‹#›</a:t>
            </a:fld>
            <a:endParaRPr lang="en-US"/>
          </a:p>
        </p:txBody>
      </p:sp>
    </p:spTree>
    <p:extLst>
      <p:ext uri="{BB962C8B-B14F-4D97-AF65-F5344CB8AC3E}">
        <p14:creationId xmlns:p14="http://schemas.microsoft.com/office/powerpoint/2010/main" val="453175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D51FDBD-D582-BD4D-650F-3A4B6103A4E6}"/>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7C82E4E8-D8DA-9719-932C-0FDAD805B3DB}"/>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5A0147BC-9782-2D71-4B3A-0351F21CA60C}"/>
              </a:ext>
            </a:extLst>
          </p:cNvPr>
          <p:cNvSpPr>
            <a:spLocks noGrp="1"/>
          </p:cNvSpPr>
          <p:nvPr>
            <p:ph type="dt" sz="half" idx="10"/>
          </p:nvPr>
        </p:nvSpPr>
        <p:spPr/>
        <p:txBody>
          <a:bodyPr/>
          <a:lstStyle/>
          <a:p>
            <a:fld id="{F19A1133-2176-488E-A26E-537B0E0C17A1}" type="datetimeFigureOut">
              <a:rPr lang="en-US" smtClean="0"/>
              <a:t>7/27/2024</a:t>
            </a:fld>
            <a:endParaRPr lang="en-US"/>
          </a:p>
        </p:txBody>
      </p:sp>
      <p:sp>
        <p:nvSpPr>
          <p:cNvPr id="5" name="Chỗ dành sẵn cho Chân trang 4">
            <a:extLst>
              <a:ext uri="{FF2B5EF4-FFF2-40B4-BE49-F238E27FC236}">
                <a16:creationId xmlns:a16="http://schemas.microsoft.com/office/drawing/2014/main" id="{7063A759-42F5-C0B7-E0FA-49ADF88FF74A}"/>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7BD6A9E1-32DA-9CCB-9680-27CA7E223B8B}"/>
              </a:ext>
            </a:extLst>
          </p:cNvPr>
          <p:cNvSpPr>
            <a:spLocks noGrp="1"/>
          </p:cNvSpPr>
          <p:nvPr>
            <p:ph type="sldNum" sz="quarter" idx="12"/>
          </p:nvPr>
        </p:nvSpPr>
        <p:spPr/>
        <p:txBody>
          <a:bodyPr/>
          <a:lstStyle/>
          <a:p>
            <a:fld id="{13698483-0287-4B3D-AF6D-609033EE912E}" type="slidenum">
              <a:rPr lang="en-US" smtClean="0"/>
              <a:t>‹#›</a:t>
            </a:fld>
            <a:endParaRPr lang="en-US"/>
          </a:p>
        </p:txBody>
      </p:sp>
    </p:spTree>
    <p:extLst>
      <p:ext uri="{BB962C8B-B14F-4D97-AF65-F5344CB8AC3E}">
        <p14:creationId xmlns:p14="http://schemas.microsoft.com/office/powerpoint/2010/main" val="989117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B56FA174-6B50-9C3B-0DB5-C3D9128B0685}"/>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5B5E12B1-DB38-D605-F70A-656A73F7B0F4}"/>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438CF8AE-D84C-A3AC-8D05-8EC3C09F5C1A}"/>
              </a:ext>
            </a:extLst>
          </p:cNvPr>
          <p:cNvSpPr>
            <a:spLocks noGrp="1"/>
          </p:cNvSpPr>
          <p:nvPr>
            <p:ph type="dt" sz="half" idx="10"/>
          </p:nvPr>
        </p:nvSpPr>
        <p:spPr/>
        <p:txBody>
          <a:bodyPr/>
          <a:lstStyle/>
          <a:p>
            <a:fld id="{F19A1133-2176-488E-A26E-537B0E0C17A1}" type="datetimeFigureOut">
              <a:rPr lang="en-US" smtClean="0"/>
              <a:t>7/27/2024</a:t>
            </a:fld>
            <a:endParaRPr lang="en-US"/>
          </a:p>
        </p:txBody>
      </p:sp>
      <p:sp>
        <p:nvSpPr>
          <p:cNvPr id="5" name="Chỗ dành sẵn cho Chân trang 4">
            <a:extLst>
              <a:ext uri="{FF2B5EF4-FFF2-40B4-BE49-F238E27FC236}">
                <a16:creationId xmlns:a16="http://schemas.microsoft.com/office/drawing/2014/main" id="{E7D1E171-513F-7C48-8221-76AB32CBA501}"/>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DC7EEACD-DF3D-814F-CD02-E6424D450D97}"/>
              </a:ext>
            </a:extLst>
          </p:cNvPr>
          <p:cNvSpPr>
            <a:spLocks noGrp="1"/>
          </p:cNvSpPr>
          <p:nvPr>
            <p:ph type="sldNum" sz="quarter" idx="12"/>
          </p:nvPr>
        </p:nvSpPr>
        <p:spPr/>
        <p:txBody>
          <a:bodyPr/>
          <a:lstStyle/>
          <a:p>
            <a:fld id="{13698483-0287-4B3D-AF6D-609033EE912E}" type="slidenum">
              <a:rPr lang="en-US" smtClean="0"/>
              <a:t>‹#›</a:t>
            </a:fld>
            <a:endParaRPr lang="en-US"/>
          </a:p>
        </p:txBody>
      </p:sp>
    </p:spTree>
    <p:extLst>
      <p:ext uri="{BB962C8B-B14F-4D97-AF65-F5344CB8AC3E}">
        <p14:creationId xmlns:p14="http://schemas.microsoft.com/office/powerpoint/2010/main" val="3406755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full color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96D0BC-6E23-4927-9B24-A7A206FA323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65812395"/>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Default Slide">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0C86D8C8-4DB9-4E58-A045-27871DAC7EA9}"/>
              </a:ext>
            </a:extLst>
          </p:cNvPr>
          <p:cNvSpPr/>
          <p:nvPr userDrawn="1"/>
        </p:nvSpPr>
        <p:spPr>
          <a:xfrm>
            <a:off x="11525250" y="373592"/>
            <a:ext cx="293159" cy="293159"/>
          </a:xfrm>
          <a:prstGeom prst="ellipse">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B2F940F-5391-422A-92DC-81654D411F7E}"/>
              </a:ext>
            </a:extLst>
          </p:cNvPr>
          <p:cNvSpPr txBox="1"/>
          <p:nvPr userDrawn="1"/>
        </p:nvSpPr>
        <p:spPr>
          <a:xfrm>
            <a:off x="11487679" y="435532"/>
            <a:ext cx="368300" cy="169277"/>
          </a:xfrm>
          <a:prstGeom prst="rect">
            <a:avLst/>
          </a:prstGeom>
          <a:noFill/>
        </p:spPr>
        <p:txBody>
          <a:bodyPr wrap="square" lIns="0" tIns="0" rIns="0" bIns="0" rtlCol="0">
            <a:spAutoFit/>
          </a:bodyPr>
          <a:lstStyle/>
          <a:p>
            <a:pPr algn="ctr"/>
            <a:fld id="{ADFD2030-097E-4139-82A5-CA245ACEE337}" type="slidenum">
              <a:rPr lang="en-US" sz="1100" cap="none" spc="0" baseline="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100" cap="none" spc="0" baseline="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8" name="Picture 7">
            <a:extLst>
              <a:ext uri="{FF2B5EF4-FFF2-40B4-BE49-F238E27FC236}">
                <a16:creationId xmlns:a16="http://schemas.microsoft.com/office/drawing/2014/main" id="{C2253A42-76A8-4B29-900F-BEFE489670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Picture Placeholder 2">
            <a:extLst>
              <a:ext uri="{FF2B5EF4-FFF2-40B4-BE49-F238E27FC236}">
                <a16:creationId xmlns:a16="http://schemas.microsoft.com/office/drawing/2014/main" id="{4F2D4AC4-6987-41B2-99A4-31C955B055AE}"/>
              </a:ext>
            </a:extLst>
          </p:cNvPr>
          <p:cNvSpPr>
            <a:spLocks noGrp="1"/>
          </p:cNvSpPr>
          <p:nvPr>
            <p:ph type="pic" sz="quarter" idx="10"/>
          </p:nvPr>
        </p:nvSpPr>
        <p:spPr>
          <a:xfrm>
            <a:off x="1270000" y="1181100"/>
            <a:ext cx="3556000" cy="4533900"/>
          </a:xfrm>
          <a:prstGeom prst="roundRect">
            <a:avLst>
              <a:gd name="adj" fmla="val 10953"/>
            </a:avLst>
          </a:prstGeom>
        </p:spPr>
        <p:txBody>
          <a:bodyPr/>
          <a:lstStyle/>
          <a:p>
            <a:endParaRPr lang="en-US"/>
          </a:p>
        </p:txBody>
      </p:sp>
    </p:spTree>
    <p:extLst>
      <p:ext uri="{BB962C8B-B14F-4D97-AF65-F5344CB8AC3E}">
        <p14:creationId xmlns:p14="http://schemas.microsoft.com/office/powerpoint/2010/main" val="29597159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hf sldNum="0" hdr="0" ftr="0" dt="0"/>
  <p:extLst>
    <p:ext uri="{DCECCB84-F9BA-43D5-87BE-67443E8EF086}">
      <p15:sldGuideLst xmlns:p15="http://schemas.microsoft.com/office/powerpoint/2012/main">
        <p15:guide id="1" pos="840">
          <p15:clr>
            <a:srgbClr val="FBAE40"/>
          </p15:clr>
        </p15:guide>
        <p15:guide id="2" pos="14520">
          <p15:clr>
            <a:srgbClr val="FBAE40"/>
          </p15:clr>
        </p15:guide>
        <p15:guide id="3" orient="horz" pos="7800">
          <p15:clr>
            <a:srgbClr val="FBAE40"/>
          </p15:clr>
        </p15:guide>
        <p15:guide id="4" orient="horz" pos="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eam Work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1FB4437-41D0-4F13-852C-37D8393DFD6F}"/>
              </a:ext>
            </a:extLst>
          </p:cNvPr>
          <p:cNvSpPr>
            <a:spLocks noGrp="1"/>
          </p:cNvSpPr>
          <p:nvPr>
            <p:ph type="pic" sz="quarter" idx="14"/>
          </p:nvPr>
        </p:nvSpPr>
        <p:spPr>
          <a:xfrm>
            <a:off x="1447226" y="2060829"/>
            <a:ext cx="1830962" cy="1828800"/>
          </a:xfrm>
          <a:custGeom>
            <a:avLst/>
            <a:gdLst>
              <a:gd name="connsiteX0" fmla="*/ 0 w 1828800"/>
              <a:gd name="connsiteY0" fmla="*/ 672267 h 1828800"/>
              <a:gd name="connsiteX1" fmla="*/ 672267 w 1828800"/>
              <a:gd name="connsiteY1" fmla="*/ 0 h 1828800"/>
              <a:gd name="connsiteX2" fmla="*/ 1156533 w 1828800"/>
              <a:gd name="connsiteY2" fmla="*/ 0 h 1828800"/>
              <a:gd name="connsiteX3" fmla="*/ 1828800 w 1828800"/>
              <a:gd name="connsiteY3" fmla="*/ 672267 h 1828800"/>
              <a:gd name="connsiteX4" fmla="*/ 1828800 w 1828800"/>
              <a:gd name="connsiteY4" fmla="*/ 1156533 h 1828800"/>
              <a:gd name="connsiteX5" fmla="*/ 1156533 w 1828800"/>
              <a:gd name="connsiteY5" fmla="*/ 1828800 h 1828800"/>
              <a:gd name="connsiteX6" fmla="*/ 672267 w 1828800"/>
              <a:gd name="connsiteY6" fmla="*/ 1828800 h 1828800"/>
              <a:gd name="connsiteX7" fmla="*/ 0 w 1828800"/>
              <a:gd name="connsiteY7" fmla="*/ 1156533 h 1828800"/>
              <a:gd name="connsiteX8" fmla="*/ 0 w 1828800"/>
              <a:gd name="connsiteY8" fmla="*/ 672267 h 1828800"/>
              <a:gd name="connsiteX0" fmla="*/ 0 w 1828800"/>
              <a:gd name="connsiteY0" fmla="*/ 672267 h 1828800"/>
              <a:gd name="connsiteX1" fmla="*/ 672267 w 1828800"/>
              <a:gd name="connsiteY1" fmla="*/ 0 h 1828800"/>
              <a:gd name="connsiteX2" fmla="*/ 1156533 w 1828800"/>
              <a:gd name="connsiteY2" fmla="*/ 0 h 1828800"/>
              <a:gd name="connsiteX3" fmla="*/ 1828800 w 1828800"/>
              <a:gd name="connsiteY3" fmla="*/ 672267 h 1828800"/>
              <a:gd name="connsiteX4" fmla="*/ 1828800 w 1828800"/>
              <a:gd name="connsiteY4" fmla="*/ 1156533 h 1828800"/>
              <a:gd name="connsiteX5" fmla="*/ 1156533 w 1828800"/>
              <a:gd name="connsiteY5" fmla="*/ 1828800 h 1828800"/>
              <a:gd name="connsiteX6" fmla="*/ 672267 w 1828800"/>
              <a:gd name="connsiteY6" fmla="*/ 1828800 h 1828800"/>
              <a:gd name="connsiteX7" fmla="*/ 0 w 1828800"/>
              <a:gd name="connsiteY7" fmla="*/ 672267 h 1828800"/>
              <a:gd name="connsiteX0" fmla="*/ 26758 w 1855558"/>
              <a:gd name="connsiteY0" fmla="*/ 672267 h 1845891"/>
              <a:gd name="connsiteX1" fmla="*/ 699025 w 1855558"/>
              <a:gd name="connsiteY1" fmla="*/ 0 h 1845891"/>
              <a:gd name="connsiteX2" fmla="*/ 1183291 w 1855558"/>
              <a:gd name="connsiteY2" fmla="*/ 0 h 1845891"/>
              <a:gd name="connsiteX3" fmla="*/ 1855558 w 1855558"/>
              <a:gd name="connsiteY3" fmla="*/ 672267 h 1845891"/>
              <a:gd name="connsiteX4" fmla="*/ 1855558 w 1855558"/>
              <a:gd name="connsiteY4" fmla="*/ 1156533 h 1845891"/>
              <a:gd name="connsiteX5" fmla="*/ 1183291 w 1855558"/>
              <a:gd name="connsiteY5" fmla="*/ 1828800 h 1845891"/>
              <a:gd name="connsiteX6" fmla="*/ 117911 w 1855558"/>
              <a:gd name="connsiteY6" fmla="*/ 1845891 h 1845891"/>
              <a:gd name="connsiteX7" fmla="*/ 26758 w 1855558"/>
              <a:gd name="connsiteY7" fmla="*/ 672267 h 1845891"/>
              <a:gd name="connsiteX0" fmla="*/ 0 w 1828800"/>
              <a:gd name="connsiteY0" fmla="*/ 672267 h 1845891"/>
              <a:gd name="connsiteX1" fmla="*/ 672267 w 1828800"/>
              <a:gd name="connsiteY1" fmla="*/ 0 h 1845891"/>
              <a:gd name="connsiteX2" fmla="*/ 1156533 w 1828800"/>
              <a:gd name="connsiteY2" fmla="*/ 0 h 1845891"/>
              <a:gd name="connsiteX3" fmla="*/ 1828800 w 1828800"/>
              <a:gd name="connsiteY3" fmla="*/ 672267 h 1845891"/>
              <a:gd name="connsiteX4" fmla="*/ 1828800 w 1828800"/>
              <a:gd name="connsiteY4" fmla="*/ 1156533 h 1845891"/>
              <a:gd name="connsiteX5" fmla="*/ 1156533 w 1828800"/>
              <a:gd name="connsiteY5" fmla="*/ 1828800 h 1845891"/>
              <a:gd name="connsiteX6" fmla="*/ 91153 w 1828800"/>
              <a:gd name="connsiteY6" fmla="*/ 1845891 h 1845891"/>
              <a:gd name="connsiteX7" fmla="*/ 0 w 1828800"/>
              <a:gd name="connsiteY7" fmla="*/ 672267 h 1845891"/>
              <a:gd name="connsiteX0" fmla="*/ 0 w 1828800"/>
              <a:gd name="connsiteY0" fmla="*/ 672267 h 1837345"/>
              <a:gd name="connsiteX1" fmla="*/ 672267 w 1828800"/>
              <a:gd name="connsiteY1" fmla="*/ 0 h 1837345"/>
              <a:gd name="connsiteX2" fmla="*/ 1156533 w 1828800"/>
              <a:gd name="connsiteY2" fmla="*/ 0 h 1837345"/>
              <a:gd name="connsiteX3" fmla="*/ 1828800 w 1828800"/>
              <a:gd name="connsiteY3" fmla="*/ 672267 h 1837345"/>
              <a:gd name="connsiteX4" fmla="*/ 1828800 w 1828800"/>
              <a:gd name="connsiteY4" fmla="*/ 1156533 h 1837345"/>
              <a:gd name="connsiteX5" fmla="*/ 1156533 w 1828800"/>
              <a:gd name="connsiteY5" fmla="*/ 1828800 h 1837345"/>
              <a:gd name="connsiteX6" fmla="*/ 14241 w 1828800"/>
              <a:gd name="connsiteY6" fmla="*/ 1837345 h 1837345"/>
              <a:gd name="connsiteX7" fmla="*/ 0 w 1828800"/>
              <a:gd name="connsiteY7" fmla="*/ 672267 h 1837345"/>
              <a:gd name="connsiteX0" fmla="*/ 2162 w 1830962"/>
              <a:gd name="connsiteY0" fmla="*/ 672267 h 1828800"/>
              <a:gd name="connsiteX1" fmla="*/ 674429 w 1830962"/>
              <a:gd name="connsiteY1" fmla="*/ 0 h 1828800"/>
              <a:gd name="connsiteX2" fmla="*/ 1158695 w 1830962"/>
              <a:gd name="connsiteY2" fmla="*/ 0 h 1828800"/>
              <a:gd name="connsiteX3" fmla="*/ 1830962 w 1830962"/>
              <a:gd name="connsiteY3" fmla="*/ 672267 h 1828800"/>
              <a:gd name="connsiteX4" fmla="*/ 1830962 w 1830962"/>
              <a:gd name="connsiteY4" fmla="*/ 1156533 h 1828800"/>
              <a:gd name="connsiteX5" fmla="*/ 1158695 w 1830962"/>
              <a:gd name="connsiteY5" fmla="*/ 1828800 h 1828800"/>
              <a:gd name="connsiteX6" fmla="*/ 7857 w 1830962"/>
              <a:gd name="connsiteY6" fmla="*/ 1828799 h 1828800"/>
              <a:gd name="connsiteX7" fmla="*/ 2162 w 1830962"/>
              <a:gd name="connsiteY7" fmla="*/ 672267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0962" h="1828800">
                <a:moveTo>
                  <a:pt x="2162" y="672267"/>
                </a:moveTo>
                <a:cubicBezTo>
                  <a:pt x="2162" y="300984"/>
                  <a:pt x="303146" y="0"/>
                  <a:pt x="674429" y="0"/>
                </a:cubicBezTo>
                <a:lnTo>
                  <a:pt x="1158695" y="0"/>
                </a:lnTo>
                <a:cubicBezTo>
                  <a:pt x="1529978" y="0"/>
                  <a:pt x="1830962" y="300984"/>
                  <a:pt x="1830962" y="672267"/>
                </a:cubicBezTo>
                <a:lnTo>
                  <a:pt x="1830962" y="1156533"/>
                </a:lnTo>
                <a:cubicBezTo>
                  <a:pt x="1830962" y="1527816"/>
                  <a:pt x="1529978" y="1828800"/>
                  <a:pt x="1158695" y="1828800"/>
                </a:cubicBezTo>
                <a:lnTo>
                  <a:pt x="7857" y="1828799"/>
                </a:lnTo>
                <a:cubicBezTo>
                  <a:pt x="-5437" y="1815506"/>
                  <a:pt x="2162" y="977067"/>
                  <a:pt x="2162" y="672267"/>
                </a:cubicBezTo>
                <a:close/>
              </a:path>
            </a:pathLst>
          </a:custGeom>
        </p:spPr>
        <p:txBody>
          <a:bodyPr/>
          <a:lstStyle/>
          <a:p>
            <a:endParaRPr lang="en-US"/>
          </a:p>
        </p:txBody>
      </p:sp>
      <p:sp>
        <p:nvSpPr>
          <p:cNvPr id="10" name="Picture Placeholder 8">
            <a:extLst>
              <a:ext uri="{FF2B5EF4-FFF2-40B4-BE49-F238E27FC236}">
                <a16:creationId xmlns:a16="http://schemas.microsoft.com/office/drawing/2014/main" id="{ABC1C2AF-B56F-4F19-AAB0-D4278E853924}"/>
              </a:ext>
            </a:extLst>
          </p:cNvPr>
          <p:cNvSpPr>
            <a:spLocks noGrp="1"/>
          </p:cNvSpPr>
          <p:nvPr>
            <p:ph type="pic" sz="quarter" idx="15"/>
          </p:nvPr>
        </p:nvSpPr>
        <p:spPr>
          <a:xfrm>
            <a:off x="3935428" y="2060829"/>
            <a:ext cx="1830962" cy="1828800"/>
          </a:xfrm>
          <a:custGeom>
            <a:avLst/>
            <a:gdLst>
              <a:gd name="connsiteX0" fmla="*/ 0 w 1828800"/>
              <a:gd name="connsiteY0" fmla="*/ 672267 h 1828800"/>
              <a:gd name="connsiteX1" fmla="*/ 672267 w 1828800"/>
              <a:gd name="connsiteY1" fmla="*/ 0 h 1828800"/>
              <a:gd name="connsiteX2" fmla="*/ 1156533 w 1828800"/>
              <a:gd name="connsiteY2" fmla="*/ 0 h 1828800"/>
              <a:gd name="connsiteX3" fmla="*/ 1828800 w 1828800"/>
              <a:gd name="connsiteY3" fmla="*/ 672267 h 1828800"/>
              <a:gd name="connsiteX4" fmla="*/ 1828800 w 1828800"/>
              <a:gd name="connsiteY4" fmla="*/ 1156533 h 1828800"/>
              <a:gd name="connsiteX5" fmla="*/ 1156533 w 1828800"/>
              <a:gd name="connsiteY5" fmla="*/ 1828800 h 1828800"/>
              <a:gd name="connsiteX6" fmla="*/ 672267 w 1828800"/>
              <a:gd name="connsiteY6" fmla="*/ 1828800 h 1828800"/>
              <a:gd name="connsiteX7" fmla="*/ 0 w 1828800"/>
              <a:gd name="connsiteY7" fmla="*/ 1156533 h 1828800"/>
              <a:gd name="connsiteX8" fmla="*/ 0 w 1828800"/>
              <a:gd name="connsiteY8" fmla="*/ 672267 h 1828800"/>
              <a:gd name="connsiteX0" fmla="*/ 0 w 1828800"/>
              <a:gd name="connsiteY0" fmla="*/ 672267 h 1828800"/>
              <a:gd name="connsiteX1" fmla="*/ 672267 w 1828800"/>
              <a:gd name="connsiteY1" fmla="*/ 0 h 1828800"/>
              <a:gd name="connsiteX2" fmla="*/ 1156533 w 1828800"/>
              <a:gd name="connsiteY2" fmla="*/ 0 h 1828800"/>
              <a:gd name="connsiteX3" fmla="*/ 1828800 w 1828800"/>
              <a:gd name="connsiteY3" fmla="*/ 672267 h 1828800"/>
              <a:gd name="connsiteX4" fmla="*/ 1828800 w 1828800"/>
              <a:gd name="connsiteY4" fmla="*/ 1156533 h 1828800"/>
              <a:gd name="connsiteX5" fmla="*/ 1156533 w 1828800"/>
              <a:gd name="connsiteY5" fmla="*/ 1828800 h 1828800"/>
              <a:gd name="connsiteX6" fmla="*/ 672267 w 1828800"/>
              <a:gd name="connsiteY6" fmla="*/ 1828800 h 1828800"/>
              <a:gd name="connsiteX7" fmla="*/ 0 w 1828800"/>
              <a:gd name="connsiteY7" fmla="*/ 672267 h 1828800"/>
              <a:gd name="connsiteX0" fmla="*/ 26758 w 1855558"/>
              <a:gd name="connsiteY0" fmla="*/ 672267 h 1845891"/>
              <a:gd name="connsiteX1" fmla="*/ 699025 w 1855558"/>
              <a:gd name="connsiteY1" fmla="*/ 0 h 1845891"/>
              <a:gd name="connsiteX2" fmla="*/ 1183291 w 1855558"/>
              <a:gd name="connsiteY2" fmla="*/ 0 h 1845891"/>
              <a:gd name="connsiteX3" fmla="*/ 1855558 w 1855558"/>
              <a:gd name="connsiteY3" fmla="*/ 672267 h 1845891"/>
              <a:gd name="connsiteX4" fmla="*/ 1855558 w 1855558"/>
              <a:gd name="connsiteY4" fmla="*/ 1156533 h 1845891"/>
              <a:gd name="connsiteX5" fmla="*/ 1183291 w 1855558"/>
              <a:gd name="connsiteY5" fmla="*/ 1828800 h 1845891"/>
              <a:gd name="connsiteX6" fmla="*/ 117911 w 1855558"/>
              <a:gd name="connsiteY6" fmla="*/ 1845891 h 1845891"/>
              <a:gd name="connsiteX7" fmla="*/ 26758 w 1855558"/>
              <a:gd name="connsiteY7" fmla="*/ 672267 h 1845891"/>
              <a:gd name="connsiteX0" fmla="*/ 0 w 1828800"/>
              <a:gd name="connsiteY0" fmla="*/ 672267 h 1845891"/>
              <a:gd name="connsiteX1" fmla="*/ 672267 w 1828800"/>
              <a:gd name="connsiteY1" fmla="*/ 0 h 1845891"/>
              <a:gd name="connsiteX2" fmla="*/ 1156533 w 1828800"/>
              <a:gd name="connsiteY2" fmla="*/ 0 h 1845891"/>
              <a:gd name="connsiteX3" fmla="*/ 1828800 w 1828800"/>
              <a:gd name="connsiteY3" fmla="*/ 672267 h 1845891"/>
              <a:gd name="connsiteX4" fmla="*/ 1828800 w 1828800"/>
              <a:gd name="connsiteY4" fmla="*/ 1156533 h 1845891"/>
              <a:gd name="connsiteX5" fmla="*/ 1156533 w 1828800"/>
              <a:gd name="connsiteY5" fmla="*/ 1828800 h 1845891"/>
              <a:gd name="connsiteX6" fmla="*/ 91153 w 1828800"/>
              <a:gd name="connsiteY6" fmla="*/ 1845891 h 1845891"/>
              <a:gd name="connsiteX7" fmla="*/ 0 w 1828800"/>
              <a:gd name="connsiteY7" fmla="*/ 672267 h 1845891"/>
              <a:gd name="connsiteX0" fmla="*/ 0 w 1828800"/>
              <a:gd name="connsiteY0" fmla="*/ 672267 h 1837345"/>
              <a:gd name="connsiteX1" fmla="*/ 672267 w 1828800"/>
              <a:gd name="connsiteY1" fmla="*/ 0 h 1837345"/>
              <a:gd name="connsiteX2" fmla="*/ 1156533 w 1828800"/>
              <a:gd name="connsiteY2" fmla="*/ 0 h 1837345"/>
              <a:gd name="connsiteX3" fmla="*/ 1828800 w 1828800"/>
              <a:gd name="connsiteY3" fmla="*/ 672267 h 1837345"/>
              <a:gd name="connsiteX4" fmla="*/ 1828800 w 1828800"/>
              <a:gd name="connsiteY4" fmla="*/ 1156533 h 1837345"/>
              <a:gd name="connsiteX5" fmla="*/ 1156533 w 1828800"/>
              <a:gd name="connsiteY5" fmla="*/ 1828800 h 1837345"/>
              <a:gd name="connsiteX6" fmla="*/ 14241 w 1828800"/>
              <a:gd name="connsiteY6" fmla="*/ 1837345 h 1837345"/>
              <a:gd name="connsiteX7" fmla="*/ 0 w 1828800"/>
              <a:gd name="connsiteY7" fmla="*/ 672267 h 1837345"/>
              <a:gd name="connsiteX0" fmla="*/ 2162 w 1830962"/>
              <a:gd name="connsiteY0" fmla="*/ 672267 h 1828800"/>
              <a:gd name="connsiteX1" fmla="*/ 674429 w 1830962"/>
              <a:gd name="connsiteY1" fmla="*/ 0 h 1828800"/>
              <a:gd name="connsiteX2" fmla="*/ 1158695 w 1830962"/>
              <a:gd name="connsiteY2" fmla="*/ 0 h 1828800"/>
              <a:gd name="connsiteX3" fmla="*/ 1830962 w 1830962"/>
              <a:gd name="connsiteY3" fmla="*/ 672267 h 1828800"/>
              <a:gd name="connsiteX4" fmla="*/ 1830962 w 1830962"/>
              <a:gd name="connsiteY4" fmla="*/ 1156533 h 1828800"/>
              <a:gd name="connsiteX5" fmla="*/ 1158695 w 1830962"/>
              <a:gd name="connsiteY5" fmla="*/ 1828800 h 1828800"/>
              <a:gd name="connsiteX6" fmla="*/ 7857 w 1830962"/>
              <a:gd name="connsiteY6" fmla="*/ 1828799 h 1828800"/>
              <a:gd name="connsiteX7" fmla="*/ 2162 w 1830962"/>
              <a:gd name="connsiteY7" fmla="*/ 672267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0962" h="1828800">
                <a:moveTo>
                  <a:pt x="2162" y="672267"/>
                </a:moveTo>
                <a:cubicBezTo>
                  <a:pt x="2162" y="300984"/>
                  <a:pt x="303146" y="0"/>
                  <a:pt x="674429" y="0"/>
                </a:cubicBezTo>
                <a:lnTo>
                  <a:pt x="1158695" y="0"/>
                </a:lnTo>
                <a:cubicBezTo>
                  <a:pt x="1529978" y="0"/>
                  <a:pt x="1830962" y="300984"/>
                  <a:pt x="1830962" y="672267"/>
                </a:cubicBezTo>
                <a:lnTo>
                  <a:pt x="1830962" y="1156533"/>
                </a:lnTo>
                <a:cubicBezTo>
                  <a:pt x="1830962" y="1527816"/>
                  <a:pt x="1529978" y="1828800"/>
                  <a:pt x="1158695" y="1828800"/>
                </a:cubicBezTo>
                <a:lnTo>
                  <a:pt x="7857" y="1828799"/>
                </a:lnTo>
                <a:cubicBezTo>
                  <a:pt x="-5437" y="1815506"/>
                  <a:pt x="2162" y="977067"/>
                  <a:pt x="2162" y="672267"/>
                </a:cubicBezTo>
                <a:close/>
              </a:path>
            </a:pathLst>
          </a:custGeom>
        </p:spPr>
        <p:txBody>
          <a:bodyPr/>
          <a:lstStyle/>
          <a:p>
            <a:endParaRPr lang="en-US"/>
          </a:p>
        </p:txBody>
      </p:sp>
      <p:sp>
        <p:nvSpPr>
          <p:cNvPr id="11" name="Picture Placeholder 8">
            <a:extLst>
              <a:ext uri="{FF2B5EF4-FFF2-40B4-BE49-F238E27FC236}">
                <a16:creationId xmlns:a16="http://schemas.microsoft.com/office/drawing/2014/main" id="{E1A75520-72F1-4C2D-8406-7FEAF579BDC1}"/>
              </a:ext>
            </a:extLst>
          </p:cNvPr>
          <p:cNvSpPr>
            <a:spLocks noGrp="1"/>
          </p:cNvSpPr>
          <p:nvPr>
            <p:ph type="pic" sz="quarter" idx="16"/>
          </p:nvPr>
        </p:nvSpPr>
        <p:spPr>
          <a:xfrm>
            <a:off x="6425610" y="2060829"/>
            <a:ext cx="1830962" cy="1828800"/>
          </a:xfrm>
          <a:custGeom>
            <a:avLst/>
            <a:gdLst>
              <a:gd name="connsiteX0" fmla="*/ 0 w 1828800"/>
              <a:gd name="connsiteY0" fmla="*/ 672267 h 1828800"/>
              <a:gd name="connsiteX1" fmla="*/ 672267 w 1828800"/>
              <a:gd name="connsiteY1" fmla="*/ 0 h 1828800"/>
              <a:gd name="connsiteX2" fmla="*/ 1156533 w 1828800"/>
              <a:gd name="connsiteY2" fmla="*/ 0 h 1828800"/>
              <a:gd name="connsiteX3" fmla="*/ 1828800 w 1828800"/>
              <a:gd name="connsiteY3" fmla="*/ 672267 h 1828800"/>
              <a:gd name="connsiteX4" fmla="*/ 1828800 w 1828800"/>
              <a:gd name="connsiteY4" fmla="*/ 1156533 h 1828800"/>
              <a:gd name="connsiteX5" fmla="*/ 1156533 w 1828800"/>
              <a:gd name="connsiteY5" fmla="*/ 1828800 h 1828800"/>
              <a:gd name="connsiteX6" fmla="*/ 672267 w 1828800"/>
              <a:gd name="connsiteY6" fmla="*/ 1828800 h 1828800"/>
              <a:gd name="connsiteX7" fmla="*/ 0 w 1828800"/>
              <a:gd name="connsiteY7" fmla="*/ 1156533 h 1828800"/>
              <a:gd name="connsiteX8" fmla="*/ 0 w 1828800"/>
              <a:gd name="connsiteY8" fmla="*/ 672267 h 1828800"/>
              <a:gd name="connsiteX0" fmla="*/ 0 w 1828800"/>
              <a:gd name="connsiteY0" fmla="*/ 672267 h 1828800"/>
              <a:gd name="connsiteX1" fmla="*/ 672267 w 1828800"/>
              <a:gd name="connsiteY1" fmla="*/ 0 h 1828800"/>
              <a:gd name="connsiteX2" fmla="*/ 1156533 w 1828800"/>
              <a:gd name="connsiteY2" fmla="*/ 0 h 1828800"/>
              <a:gd name="connsiteX3" fmla="*/ 1828800 w 1828800"/>
              <a:gd name="connsiteY3" fmla="*/ 672267 h 1828800"/>
              <a:gd name="connsiteX4" fmla="*/ 1828800 w 1828800"/>
              <a:gd name="connsiteY4" fmla="*/ 1156533 h 1828800"/>
              <a:gd name="connsiteX5" fmla="*/ 1156533 w 1828800"/>
              <a:gd name="connsiteY5" fmla="*/ 1828800 h 1828800"/>
              <a:gd name="connsiteX6" fmla="*/ 672267 w 1828800"/>
              <a:gd name="connsiteY6" fmla="*/ 1828800 h 1828800"/>
              <a:gd name="connsiteX7" fmla="*/ 0 w 1828800"/>
              <a:gd name="connsiteY7" fmla="*/ 672267 h 1828800"/>
              <a:gd name="connsiteX0" fmla="*/ 26758 w 1855558"/>
              <a:gd name="connsiteY0" fmla="*/ 672267 h 1845891"/>
              <a:gd name="connsiteX1" fmla="*/ 699025 w 1855558"/>
              <a:gd name="connsiteY1" fmla="*/ 0 h 1845891"/>
              <a:gd name="connsiteX2" fmla="*/ 1183291 w 1855558"/>
              <a:gd name="connsiteY2" fmla="*/ 0 h 1845891"/>
              <a:gd name="connsiteX3" fmla="*/ 1855558 w 1855558"/>
              <a:gd name="connsiteY3" fmla="*/ 672267 h 1845891"/>
              <a:gd name="connsiteX4" fmla="*/ 1855558 w 1855558"/>
              <a:gd name="connsiteY4" fmla="*/ 1156533 h 1845891"/>
              <a:gd name="connsiteX5" fmla="*/ 1183291 w 1855558"/>
              <a:gd name="connsiteY5" fmla="*/ 1828800 h 1845891"/>
              <a:gd name="connsiteX6" fmla="*/ 117911 w 1855558"/>
              <a:gd name="connsiteY6" fmla="*/ 1845891 h 1845891"/>
              <a:gd name="connsiteX7" fmla="*/ 26758 w 1855558"/>
              <a:gd name="connsiteY7" fmla="*/ 672267 h 1845891"/>
              <a:gd name="connsiteX0" fmla="*/ 0 w 1828800"/>
              <a:gd name="connsiteY0" fmla="*/ 672267 h 1845891"/>
              <a:gd name="connsiteX1" fmla="*/ 672267 w 1828800"/>
              <a:gd name="connsiteY1" fmla="*/ 0 h 1845891"/>
              <a:gd name="connsiteX2" fmla="*/ 1156533 w 1828800"/>
              <a:gd name="connsiteY2" fmla="*/ 0 h 1845891"/>
              <a:gd name="connsiteX3" fmla="*/ 1828800 w 1828800"/>
              <a:gd name="connsiteY3" fmla="*/ 672267 h 1845891"/>
              <a:gd name="connsiteX4" fmla="*/ 1828800 w 1828800"/>
              <a:gd name="connsiteY4" fmla="*/ 1156533 h 1845891"/>
              <a:gd name="connsiteX5" fmla="*/ 1156533 w 1828800"/>
              <a:gd name="connsiteY5" fmla="*/ 1828800 h 1845891"/>
              <a:gd name="connsiteX6" fmla="*/ 91153 w 1828800"/>
              <a:gd name="connsiteY6" fmla="*/ 1845891 h 1845891"/>
              <a:gd name="connsiteX7" fmla="*/ 0 w 1828800"/>
              <a:gd name="connsiteY7" fmla="*/ 672267 h 1845891"/>
              <a:gd name="connsiteX0" fmla="*/ 0 w 1828800"/>
              <a:gd name="connsiteY0" fmla="*/ 672267 h 1837345"/>
              <a:gd name="connsiteX1" fmla="*/ 672267 w 1828800"/>
              <a:gd name="connsiteY1" fmla="*/ 0 h 1837345"/>
              <a:gd name="connsiteX2" fmla="*/ 1156533 w 1828800"/>
              <a:gd name="connsiteY2" fmla="*/ 0 h 1837345"/>
              <a:gd name="connsiteX3" fmla="*/ 1828800 w 1828800"/>
              <a:gd name="connsiteY3" fmla="*/ 672267 h 1837345"/>
              <a:gd name="connsiteX4" fmla="*/ 1828800 w 1828800"/>
              <a:gd name="connsiteY4" fmla="*/ 1156533 h 1837345"/>
              <a:gd name="connsiteX5" fmla="*/ 1156533 w 1828800"/>
              <a:gd name="connsiteY5" fmla="*/ 1828800 h 1837345"/>
              <a:gd name="connsiteX6" fmla="*/ 14241 w 1828800"/>
              <a:gd name="connsiteY6" fmla="*/ 1837345 h 1837345"/>
              <a:gd name="connsiteX7" fmla="*/ 0 w 1828800"/>
              <a:gd name="connsiteY7" fmla="*/ 672267 h 1837345"/>
              <a:gd name="connsiteX0" fmla="*/ 2162 w 1830962"/>
              <a:gd name="connsiteY0" fmla="*/ 672267 h 1828800"/>
              <a:gd name="connsiteX1" fmla="*/ 674429 w 1830962"/>
              <a:gd name="connsiteY1" fmla="*/ 0 h 1828800"/>
              <a:gd name="connsiteX2" fmla="*/ 1158695 w 1830962"/>
              <a:gd name="connsiteY2" fmla="*/ 0 h 1828800"/>
              <a:gd name="connsiteX3" fmla="*/ 1830962 w 1830962"/>
              <a:gd name="connsiteY3" fmla="*/ 672267 h 1828800"/>
              <a:gd name="connsiteX4" fmla="*/ 1830962 w 1830962"/>
              <a:gd name="connsiteY4" fmla="*/ 1156533 h 1828800"/>
              <a:gd name="connsiteX5" fmla="*/ 1158695 w 1830962"/>
              <a:gd name="connsiteY5" fmla="*/ 1828800 h 1828800"/>
              <a:gd name="connsiteX6" fmla="*/ 7857 w 1830962"/>
              <a:gd name="connsiteY6" fmla="*/ 1828799 h 1828800"/>
              <a:gd name="connsiteX7" fmla="*/ 2162 w 1830962"/>
              <a:gd name="connsiteY7" fmla="*/ 672267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0962" h="1828800">
                <a:moveTo>
                  <a:pt x="2162" y="672267"/>
                </a:moveTo>
                <a:cubicBezTo>
                  <a:pt x="2162" y="300984"/>
                  <a:pt x="303146" y="0"/>
                  <a:pt x="674429" y="0"/>
                </a:cubicBezTo>
                <a:lnTo>
                  <a:pt x="1158695" y="0"/>
                </a:lnTo>
                <a:cubicBezTo>
                  <a:pt x="1529978" y="0"/>
                  <a:pt x="1830962" y="300984"/>
                  <a:pt x="1830962" y="672267"/>
                </a:cubicBezTo>
                <a:lnTo>
                  <a:pt x="1830962" y="1156533"/>
                </a:lnTo>
                <a:cubicBezTo>
                  <a:pt x="1830962" y="1527816"/>
                  <a:pt x="1529978" y="1828800"/>
                  <a:pt x="1158695" y="1828800"/>
                </a:cubicBezTo>
                <a:lnTo>
                  <a:pt x="7857" y="1828799"/>
                </a:lnTo>
                <a:cubicBezTo>
                  <a:pt x="-5437" y="1815506"/>
                  <a:pt x="2162" y="977067"/>
                  <a:pt x="2162" y="672267"/>
                </a:cubicBezTo>
                <a:close/>
              </a:path>
            </a:pathLst>
          </a:custGeom>
        </p:spPr>
        <p:txBody>
          <a:bodyPr/>
          <a:lstStyle/>
          <a:p>
            <a:endParaRPr lang="en-US"/>
          </a:p>
        </p:txBody>
      </p:sp>
      <p:sp>
        <p:nvSpPr>
          <p:cNvPr id="12" name="Picture Placeholder 8">
            <a:extLst>
              <a:ext uri="{FF2B5EF4-FFF2-40B4-BE49-F238E27FC236}">
                <a16:creationId xmlns:a16="http://schemas.microsoft.com/office/drawing/2014/main" id="{6E62145C-02A5-4031-B96C-3B294EA56A7B}"/>
              </a:ext>
            </a:extLst>
          </p:cNvPr>
          <p:cNvSpPr>
            <a:spLocks noGrp="1"/>
          </p:cNvSpPr>
          <p:nvPr>
            <p:ph type="pic" sz="quarter" idx="17"/>
          </p:nvPr>
        </p:nvSpPr>
        <p:spPr>
          <a:xfrm>
            <a:off x="8913812" y="2060829"/>
            <a:ext cx="1830962" cy="1828800"/>
          </a:xfrm>
          <a:custGeom>
            <a:avLst/>
            <a:gdLst>
              <a:gd name="connsiteX0" fmla="*/ 0 w 1828800"/>
              <a:gd name="connsiteY0" fmla="*/ 672267 h 1828800"/>
              <a:gd name="connsiteX1" fmla="*/ 672267 w 1828800"/>
              <a:gd name="connsiteY1" fmla="*/ 0 h 1828800"/>
              <a:gd name="connsiteX2" fmla="*/ 1156533 w 1828800"/>
              <a:gd name="connsiteY2" fmla="*/ 0 h 1828800"/>
              <a:gd name="connsiteX3" fmla="*/ 1828800 w 1828800"/>
              <a:gd name="connsiteY3" fmla="*/ 672267 h 1828800"/>
              <a:gd name="connsiteX4" fmla="*/ 1828800 w 1828800"/>
              <a:gd name="connsiteY4" fmla="*/ 1156533 h 1828800"/>
              <a:gd name="connsiteX5" fmla="*/ 1156533 w 1828800"/>
              <a:gd name="connsiteY5" fmla="*/ 1828800 h 1828800"/>
              <a:gd name="connsiteX6" fmla="*/ 672267 w 1828800"/>
              <a:gd name="connsiteY6" fmla="*/ 1828800 h 1828800"/>
              <a:gd name="connsiteX7" fmla="*/ 0 w 1828800"/>
              <a:gd name="connsiteY7" fmla="*/ 1156533 h 1828800"/>
              <a:gd name="connsiteX8" fmla="*/ 0 w 1828800"/>
              <a:gd name="connsiteY8" fmla="*/ 672267 h 1828800"/>
              <a:gd name="connsiteX0" fmla="*/ 0 w 1828800"/>
              <a:gd name="connsiteY0" fmla="*/ 672267 h 1828800"/>
              <a:gd name="connsiteX1" fmla="*/ 672267 w 1828800"/>
              <a:gd name="connsiteY1" fmla="*/ 0 h 1828800"/>
              <a:gd name="connsiteX2" fmla="*/ 1156533 w 1828800"/>
              <a:gd name="connsiteY2" fmla="*/ 0 h 1828800"/>
              <a:gd name="connsiteX3" fmla="*/ 1828800 w 1828800"/>
              <a:gd name="connsiteY3" fmla="*/ 672267 h 1828800"/>
              <a:gd name="connsiteX4" fmla="*/ 1828800 w 1828800"/>
              <a:gd name="connsiteY4" fmla="*/ 1156533 h 1828800"/>
              <a:gd name="connsiteX5" fmla="*/ 1156533 w 1828800"/>
              <a:gd name="connsiteY5" fmla="*/ 1828800 h 1828800"/>
              <a:gd name="connsiteX6" fmla="*/ 672267 w 1828800"/>
              <a:gd name="connsiteY6" fmla="*/ 1828800 h 1828800"/>
              <a:gd name="connsiteX7" fmla="*/ 0 w 1828800"/>
              <a:gd name="connsiteY7" fmla="*/ 672267 h 1828800"/>
              <a:gd name="connsiteX0" fmla="*/ 26758 w 1855558"/>
              <a:gd name="connsiteY0" fmla="*/ 672267 h 1845891"/>
              <a:gd name="connsiteX1" fmla="*/ 699025 w 1855558"/>
              <a:gd name="connsiteY1" fmla="*/ 0 h 1845891"/>
              <a:gd name="connsiteX2" fmla="*/ 1183291 w 1855558"/>
              <a:gd name="connsiteY2" fmla="*/ 0 h 1845891"/>
              <a:gd name="connsiteX3" fmla="*/ 1855558 w 1855558"/>
              <a:gd name="connsiteY3" fmla="*/ 672267 h 1845891"/>
              <a:gd name="connsiteX4" fmla="*/ 1855558 w 1855558"/>
              <a:gd name="connsiteY4" fmla="*/ 1156533 h 1845891"/>
              <a:gd name="connsiteX5" fmla="*/ 1183291 w 1855558"/>
              <a:gd name="connsiteY5" fmla="*/ 1828800 h 1845891"/>
              <a:gd name="connsiteX6" fmla="*/ 117911 w 1855558"/>
              <a:gd name="connsiteY6" fmla="*/ 1845891 h 1845891"/>
              <a:gd name="connsiteX7" fmla="*/ 26758 w 1855558"/>
              <a:gd name="connsiteY7" fmla="*/ 672267 h 1845891"/>
              <a:gd name="connsiteX0" fmla="*/ 0 w 1828800"/>
              <a:gd name="connsiteY0" fmla="*/ 672267 h 1845891"/>
              <a:gd name="connsiteX1" fmla="*/ 672267 w 1828800"/>
              <a:gd name="connsiteY1" fmla="*/ 0 h 1845891"/>
              <a:gd name="connsiteX2" fmla="*/ 1156533 w 1828800"/>
              <a:gd name="connsiteY2" fmla="*/ 0 h 1845891"/>
              <a:gd name="connsiteX3" fmla="*/ 1828800 w 1828800"/>
              <a:gd name="connsiteY3" fmla="*/ 672267 h 1845891"/>
              <a:gd name="connsiteX4" fmla="*/ 1828800 w 1828800"/>
              <a:gd name="connsiteY4" fmla="*/ 1156533 h 1845891"/>
              <a:gd name="connsiteX5" fmla="*/ 1156533 w 1828800"/>
              <a:gd name="connsiteY5" fmla="*/ 1828800 h 1845891"/>
              <a:gd name="connsiteX6" fmla="*/ 91153 w 1828800"/>
              <a:gd name="connsiteY6" fmla="*/ 1845891 h 1845891"/>
              <a:gd name="connsiteX7" fmla="*/ 0 w 1828800"/>
              <a:gd name="connsiteY7" fmla="*/ 672267 h 1845891"/>
              <a:gd name="connsiteX0" fmla="*/ 0 w 1828800"/>
              <a:gd name="connsiteY0" fmla="*/ 672267 h 1837345"/>
              <a:gd name="connsiteX1" fmla="*/ 672267 w 1828800"/>
              <a:gd name="connsiteY1" fmla="*/ 0 h 1837345"/>
              <a:gd name="connsiteX2" fmla="*/ 1156533 w 1828800"/>
              <a:gd name="connsiteY2" fmla="*/ 0 h 1837345"/>
              <a:gd name="connsiteX3" fmla="*/ 1828800 w 1828800"/>
              <a:gd name="connsiteY3" fmla="*/ 672267 h 1837345"/>
              <a:gd name="connsiteX4" fmla="*/ 1828800 w 1828800"/>
              <a:gd name="connsiteY4" fmla="*/ 1156533 h 1837345"/>
              <a:gd name="connsiteX5" fmla="*/ 1156533 w 1828800"/>
              <a:gd name="connsiteY5" fmla="*/ 1828800 h 1837345"/>
              <a:gd name="connsiteX6" fmla="*/ 14241 w 1828800"/>
              <a:gd name="connsiteY6" fmla="*/ 1837345 h 1837345"/>
              <a:gd name="connsiteX7" fmla="*/ 0 w 1828800"/>
              <a:gd name="connsiteY7" fmla="*/ 672267 h 1837345"/>
              <a:gd name="connsiteX0" fmla="*/ 2162 w 1830962"/>
              <a:gd name="connsiteY0" fmla="*/ 672267 h 1828800"/>
              <a:gd name="connsiteX1" fmla="*/ 674429 w 1830962"/>
              <a:gd name="connsiteY1" fmla="*/ 0 h 1828800"/>
              <a:gd name="connsiteX2" fmla="*/ 1158695 w 1830962"/>
              <a:gd name="connsiteY2" fmla="*/ 0 h 1828800"/>
              <a:gd name="connsiteX3" fmla="*/ 1830962 w 1830962"/>
              <a:gd name="connsiteY3" fmla="*/ 672267 h 1828800"/>
              <a:gd name="connsiteX4" fmla="*/ 1830962 w 1830962"/>
              <a:gd name="connsiteY4" fmla="*/ 1156533 h 1828800"/>
              <a:gd name="connsiteX5" fmla="*/ 1158695 w 1830962"/>
              <a:gd name="connsiteY5" fmla="*/ 1828800 h 1828800"/>
              <a:gd name="connsiteX6" fmla="*/ 7857 w 1830962"/>
              <a:gd name="connsiteY6" fmla="*/ 1828799 h 1828800"/>
              <a:gd name="connsiteX7" fmla="*/ 2162 w 1830962"/>
              <a:gd name="connsiteY7" fmla="*/ 672267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0962" h="1828800">
                <a:moveTo>
                  <a:pt x="2162" y="672267"/>
                </a:moveTo>
                <a:cubicBezTo>
                  <a:pt x="2162" y="300984"/>
                  <a:pt x="303146" y="0"/>
                  <a:pt x="674429" y="0"/>
                </a:cubicBezTo>
                <a:lnTo>
                  <a:pt x="1158695" y="0"/>
                </a:lnTo>
                <a:cubicBezTo>
                  <a:pt x="1529978" y="0"/>
                  <a:pt x="1830962" y="300984"/>
                  <a:pt x="1830962" y="672267"/>
                </a:cubicBezTo>
                <a:lnTo>
                  <a:pt x="1830962" y="1156533"/>
                </a:lnTo>
                <a:cubicBezTo>
                  <a:pt x="1830962" y="1527816"/>
                  <a:pt x="1529978" y="1828800"/>
                  <a:pt x="1158695" y="1828800"/>
                </a:cubicBezTo>
                <a:lnTo>
                  <a:pt x="7857" y="1828799"/>
                </a:lnTo>
                <a:cubicBezTo>
                  <a:pt x="-5437" y="1815506"/>
                  <a:pt x="2162" y="977067"/>
                  <a:pt x="2162" y="672267"/>
                </a:cubicBezTo>
                <a:close/>
              </a:path>
            </a:pathLst>
          </a:custGeom>
        </p:spPr>
        <p:txBody>
          <a:bodyPr/>
          <a:lstStyle/>
          <a:p>
            <a:endParaRPr lang="en-US"/>
          </a:p>
        </p:txBody>
      </p:sp>
      <p:sp>
        <p:nvSpPr>
          <p:cNvPr id="6" name="Oval 5">
            <a:extLst>
              <a:ext uri="{FF2B5EF4-FFF2-40B4-BE49-F238E27FC236}">
                <a16:creationId xmlns:a16="http://schemas.microsoft.com/office/drawing/2014/main" id="{555CDEBE-9E2D-4F85-9D29-E2CFBD113620}"/>
              </a:ext>
            </a:extLst>
          </p:cNvPr>
          <p:cNvSpPr/>
          <p:nvPr userDrawn="1"/>
        </p:nvSpPr>
        <p:spPr>
          <a:xfrm>
            <a:off x="11525250" y="373592"/>
            <a:ext cx="293159" cy="293159"/>
          </a:xfrm>
          <a:prstGeom prst="ellipse">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441C32F-EA4F-48D6-9152-F17EA53EAE47}"/>
              </a:ext>
            </a:extLst>
          </p:cNvPr>
          <p:cNvSpPr txBox="1"/>
          <p:nvPr userDrawn="1"/>
        </p:nvSpPr>
        <p:spPr>
          <a:xfrm>
            <a:off x="11487679" y="435532"/>
            <a:ext cx="368300" cy="169277"/>
          </a:xfrm>
          <a:prstGeom prst="rect">
            <a:avLst/>
          </a:prstGeom>
          <a:noFill/>
        </p:spPr>
        <p:txBody>
          <a:bodyPr wrap="square" lIns="0" tIns="0" rIns="0" bIns="0" rtlCol="0">
            <a:spAutoFit/>
          </a:bodyPr>
          <a:lstStyle/>
          <a:p>
            <a:pPr algn="ctr"/>
            <a:fld id="{ADFD2030-097E-4139-82A5-CA245ACEE337}" type="slidenum">
              <a:rPr lang="en-US" sz="1100" cap="none" spc="0" baseline="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100" cap="none" spc="0" baseline="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27729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2596B5DD-D42C-4C3E-BEB8-85304995AB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Rounded Corners 1">
            <a:extLst>
              <a:ext uri="{FF2B5EF4-FFF2-40B4-BE49-F238E27FC236}">
                <a16:creationId xmlns:a16="http://schemas.microsoft.com/office/drawing/2014/main" id="{DFEEA07E-108C-4A6D-9AD6-787D90A09D89}"/>
              </a:ext>
            </a:extLst>
          </p:cNvPr>
          <p:cNvSpPr/>
          <p:nvPr userDrawn="1"/>
        </p:nvSpPr>
        <p:spPr>
          <a:xfrm>
            <a:off x="729350" y="452428"/>
            <a:ext cx="1136331" cy="375740"/>
          </a:xfrm>
          <a:custGeom>
            <a:avLst/>
            <a:gdLst>
              <a:gd name="connsiteX0" fmla="*/ 0 w 1136331"/>
              <a:gd name="connsiteY0" fmla="*/ 128739 h 371552"/>
              <a:gd name="connsiteX1" fmla="*/ 128739 w 1136331"/>
              <a:gd name="connsiteY1" fmla="*/ 0 h 371552"/>
              <a:gd name="connsiteX2" fmla="*/ 1007592 w 1136331"/>
              <a:gd name="connsiteY2" fmla="*/ 0 h 371552"/>
              <a:gd name="connsiteX3" fmla="*/ 1136331 w 1136331"/>
              <a:gd name="connsiteY3" fmla="*/ 128739 h 371552"/>
              <a:gd name="connsiteX4" fmla="*/ 1136331 w 1136331"/>
              <a:gd name="connsiteY4" fmla="*/ 242813 h 371552"/>
              <a:gd name="connsiteX5" fmla="*/ 1007592 w 1136331"/>
              <a:gd name="connsiteY5" fmla="*/ 371552 h 371552"/>
              <a:gd name="connsiteX6" fmla="*/ 128739 w 1136331"/>
              <a:gd name="connsiteY6" fmla="*/ 371552 h 371552"/>
              <a:gd name="connsiteX7" fmla="*/ 0 w 1136331"/>
              <a:gd name="connsiteY7" fmla="*/ 242813 h 371552"/>
              <a:gd name="connsiteX8" fmla="*/ 0 w 1136331"/>
              <a:gd name="connsiteY8" fmla="*/ 128739 h 371552"/>
              <a:gd name="connsiteX0" fmla="*/ 4119 w 1140450"/>
              <a:gd name="connsiteY0" fmla="*/ 128739 h 393638"/>
              <a:gd name="connsiteX1" fmla="*/ 132858 w 1140450"/>
              <a:gd name="connsiteY1" fmla="*/ 0 h 393638"/>
              <a:gd name="connsiteX2" fmla="*/ 1011711 w 1140450"/>
              <a:gd name="connsiteY2" fmla="*/ 0 h 393638"/>
              <a:gd name="connsiteX3" fmla="*/ 1140450 w 1140450"/>
              <a:gd name="connsiteY3" fmla="*/ 128739 h 393638"/>
              <a:gd name="connsiteX4" fmla="*/ 1140450 w 1140450"/>
              <a:gd name="connsiteY4" fmla="*/ 242813 h 393638"/>
              <a:gd name="connsiteX5" fmla="*/ 1011711 w 1140450"/>
              <a:gd name="connsiteY5" fmla="*/ 371552 h 393638"/>
              <a:gd name="connsiteX6" fmla="*/ 132858 w 1140450"/>
              <a:gd name="connsiteY6" fmla="*/ 371552 h 393638"/>
              <a:gd name="connsiteX7" fmla="*/ 0 w 1140450"/>
              <a:gd name="connsiteY7" fmla="*/ 358143 h 393638"/>
              <a:gd name="connsiteX8" fmla="*/ 4119 w 1140450"/>
              <a:gd name="connsiteY8" fmla="*/ 128739 h 393638"/>
              <a:gd name="connsiteX0" fmla="*/ 4302 w 1140633"/>
              <a:gd name="connsiteY0" fmla="*/ 128739 h 371552"/>
              <a:gd name="connsiteX1" fmla="*/ 133041 w 1140633"/>
              <a:gd name="connsiteY1" fmla="*/ 0 h 371552"/>
              <a:gd name="connsiteX2" fmla="*/ 1011894 w 1140633"/>
              <a:gd name="connsiteY2" fmla="*/ 0 h 371552"/>
              <a:gd name="connsiteX3" fmla="*/ 1140633 w 1140633"/>
              <a:gd name="connsiteY3" fmla="*/ 128739 h 371552"/>
              <a:gd name="connsiteX4" fmla="*/ 1140633 w 1140633"/>
              <a:gd name="connsiteY4" fmla="*/ 242813 h 371552"/>
              <a:gd name="connsiteX5" fmla="*/ 1011894 w 1140633"/>
              <a:gd name="connsiteY5" fmla="*/ 371552 h 371552"/>
              <a:gd name="connsiteX6" fmla="*/ 133041 w 1140633"/>
              <a:gd name="connsiteY6" fmla="*/ 371552 h 371552"/>
              <a:gd name="connsiteX7" fmla="*/ 183 w 1140633"/>
              <a:gd name="connsiteY7" fmla="*/ 358143 h 371552"/>
              <a:gd name="connsiteX8" fmla="*/ 4302 w 1140633"/>
              <a:gd name="connsiteY8" fmla="*/ 128739 h 371552"/>
              <a:gd name="connsiteX0" fmla="*/ 54912 w 1191243"/>
              <a:gd name="connsiteY0" fmla="*/ 128739 h 404503"/>
              <a:gd name="connsiteX1" fmla="*/ 183651 w 1191243"/>
              <a:gd name="connsiteY1" fmla="*/ 0 h 404503"/>
              <a:gd name="connsiteX2" fmla="*/ 1062504 w 1191243"/>
              <a:gd name="connsiteY2" fmla="*/ 0 h 404503"/>
              <a:gd name="connsiteX3" fmla="*/ 1191243 w 1191243"/>
              <a:gd name="connsiteY3" fmla="*/ 128739 h 404503"/>
              <a:gd name="connsiteX4" fmla="*/ 1191243 w 1191243"/>
              <a:gd name="connsiteY4" fmla="*/ 242813 h 404503"/>
              <a:gd name="connsiteX5" fmla="*/ 1062504 w 1191243"/>
              <a:gd name="connsiteY5" fmla="*/ 371552 h 404503"/>
              <a:gd name="connsiteX6" fmla="*/ 27132 w 1191243"/>
              <a:gd name="connsiteY6" fmla="*/ 404503 h 404503"/>
              <a:gd name="connsiteX7" fmla="*/ 50793 w 1191243"/>
              <a:gd name="connsiteY7" fmla="*/ 358143 h 404503"/>
              <a:gd name="connsiteX8" fmla="*/ 54912 w 1191243"/>
              <a:gd name="connsiteY8" fmla="*/ 128739 h 404503"/>
              <a:gd name="connsiteX0" fmla="*/ 27780 w 1164111"/>
              <a:gd name="connsiteY0" fmla="*/ 128739 h 404503"/>
              <a:gd name="connsiteX1" fmla="*/ 156519 w 1164111"/>
              <a:gd name="connsiteY1" fmla="*/ 0 h 404503"/>
              <a:gd name="connsiteX2" fmla="*/ 1035372 w 1164111"/>
              <a:gd name="connsiteY2" fmla="*/ 0 h 404503"/>
              <a:gd name="connsiteX3" fmla="*/ 1164111 w 1164111"/>
              <a:gd name="connsiteY3" fmla="*/ 128739 h 404503"/>
              <a:gd name="connsiteX4" fmla="*/ 1164111 w 1164111"/>
              <a:gd name="connsiteY4" fmla="*/ 242813 h 404503"/>
              <a:gd name="connsiteX5" fmla="*/ 1035372 w 1164111"/>
              <a:gd name="connsiteY5" fmla="*/ 371552 h 404503"/>
              <a:gd name="connsiteX6" fmla="*/ 0 w 1164111"/>
              <a:gd name="connsiteY6" fmla="*/ 404503 h 404503"/>
              <a:gd name="connsiteX7" fmla="*/ 23661 w 1164111"/>
              <a:gd name="connsiteY7" fmla="*/ 358143 h 404503"/>
              <a:gd name="connsiteX8" fmla="*/ 27780 w 1164111"/>
              <a:gd name="connsiteY8" fmla="*/ 128739 h 404503"/>
              <a:gd name="connsiteX0" fmla="*/ 7186 w 1143517"/>
              <a:gd name="connsiteY0" fmla="*/ 128739 h 371552"/>
              <a:gd name="connsiteX1" fmla="*/ 135925 w 1143517"/>
              <a:gd name="connsiteY1" fmla="*/ 0 h 371552"/>
              <a:gd name="connsiteX2" fmla="*/ 1014778 w 1143517"/>
              <a:gd name="connsiteY2" fmla="*/ 0 h 371552"/>
              <a:gd name="connsiteX3" fmla="*/ 1143517 w 1143517"/>
              <a:gd name="connsiteY3" fmla="*/ 128739 h 371552"/>
              <a:gd name="connsiteX4" fmla="*/ 1143517 w 1143517"/>
              <a:gd name="connsiteY4" fmla="*/ 242813 h 371552"/>
              <a:gd name="connsiteX5" fmla="*/ 1014778 w 1143517"/>
              <a:gd name="connsiteY5" fmla="*/ 371552 h 371552"/>
              <a:gd name="connsiteX6" fmla="*/ 0 w 1143517"/>
              <a:gd name="connsiteY6" fmla="*/ 367432 h 371552"/>
              <a:gd name="connsiteX7" fmla="*/ 3067 w 1143517"/>
              <a:gd name="connsiteY7" fmla="*/ 358143 h 371552"/>
              <a:gd name="connsiteX8" fmla="*/ 7186 w 1143517"/>
              <a:gd name="connsiteY8" fmla="*/ 128739 h 371552"/>
              <a:gd name="connsiteX0" fmla="*/ 7186 w 1143517"/>
              <a:gd name="connsiteY0" fmla="*/ 128739 h 371552"/>
              <a:gd name="connsiteX1" fmla="*/ 135925 w 1143517"/>
              <a:gd name="connsiteY1" fmla="*/ 0 h 371552"/>
              <a:gd name="connsiteX2" fmla="*/ 1014778 w 1143517"/>
              <a:gd name="connsiteY2" fmla="*/ 0 h 371552"/>
              <a:gd name="connsiteX3" fmla="*/ 1143517 w 1143517"/>
              <a:gd name="connsiteY3" fmla="*/ 128739 h 371552"/>
              <a:gd name="connsiteX4" fmla="*/ 1143517 w 1143517"/>
              <a:gd name="connsiteY4" fmla="*/ 242813 h 371552"/>
              <a:gd name="connsiteX5" fmla="*/ 1014778 w 1143517"/>
              <a:gd name="connsiteY5" fmla="*/ 371552 h 371552"/>
              <a:gd name="connsiteX6" fmla="*/ 0 w 1143517"/>
              <a:gd name="connsiteY6" fmla="*/ 367432 h 371552"/>
              <a:gd name="connsiteX7" fmla="*/ 3067 w 1143517"/>
              <a:gd name="connsiteY7" fmla="*/ 308716 h 371552"/>
              <a:gd name="connsiteX8" fmla="*/ 7186 w 1143517"/>
              <a:gd name="connsiteY8" fmla="*/ 128739 h 371552"/>
              <a:gd name="connsiteX0" fmla="*/ 7186 w 1143517"/>
              <a:gd name="connsiteY0" fmla="*/ 128739 h 375670"/>
              <a:gd name="connsiteX1" fmla="*/ 135925 w 1143517"/>
              <a:gd name="connsiteY1" fmla="*/ 0 h 375670"/>
              <a:gd name="connsiteX2" fmla="*/ 1014778 w 1143517"/>
              <a:gd name="connsiteY2" fmla="*/ 0 h 375670"/>
              <a:gd name="connsiteX3" fmla="*/ 1143517 w 1143517"/>
              <a:gd name="connsiteY3" fmla="*/ 128739 h 375670"/>
              <a:gd name="connsiteX4" fmla="*/ 1143517 w 1143517"/>
              <a:gd name="connsiteY4" fmla="*/ 242813 h 375670"/>
              <a:gd name="connsiteX5" fmla="*/ 1014778 w 1143517"/>
              <a:gd name="connsiteY5" fmla="*/ 371552 h 375670"/>
              <a:gd name="connsiteX6" fmla="*/ 0 w 1143517"/>
              <a:gd name="connsiteY6" fmla="*/ 375670 h 375670"/>
              <a:gd name="connsiteX7" fmla="*/ 3067 w 1143517"/>
              <a:gd name="connsiteY7" fmla="*/ 308716 h 375670"/>
              <a:gd name="connsiteX8" fmla="*/ 7186 w 1143517"/>
              <a:gd name="connsiteY8" fmla="*/ 128739 h 375670"/>
              <a:gd name="connsiteX0" fmla="*/ 7186 w 1143517"/>
              <a:gd name="connsiteY0" fmla="*/ 128739 h 375670"/>
              <a:gd name="connsiteX1" fmla="*/ 135925 w 1143517"/>
              <a:gd name="connsiteY1" fmla="*/ 0 h 375670"/>
              <a:gd name="connsiteX2" fmla="*/ 1014778 w 1143517"/>
              <a:gd name="connsiteY2" fmla="*/ 0 h 375670"/>
              <a:gd name="connsiteX3" fmla="*/ 1143517 w 1143517"/>
              <a:gd name="connsiteY3" fmla="*/ 128739 h 375670"/>
              <a:gd name="connsiteX4" fmla="*/ 1143517 w 1143517"/>
              <a:gd name="connsiteY4" fmla="*/ 242813 h 375670"/>
              <a:gd name="connsiteX5" fmla="*/ 1014778 w 1143517"/>
              <a:gd name="connsiteY5" fmla="*/ 371552 h 375670"/>
              <a:gd name="connsiteX6" fmla="*/ 0 w 1143517"/>
              <a:gd name="connsiteY6" fmla="*/ 375670 h 375670"/>
              <a:gd name="connsiteX7" fmla="*/ 3067 w 1143517"/>
              <a:gd name="connsiteY7" fmla="*/ 362261 h 375670"/>
              <a:gd name="connsiteX8" fmla="*/ 7186 w 1143517"/>
              <a:gd name="connsiteY8" fmla="*/ 128739 h 375670"/>
              <a:gd name="connsiteX0" fmla="*/ 354262 w 1490593"/>
              <a:gd name="connsiteY0" fmla="*/ 128739 h 375670"/>
              <a:gd name="connsiteX1" fmla="*/ 483001 w 1490593"/>
              <a:gd name="connsiteY1" fmla="*/ 0 h 375670"/>
              <a:gd name="connsiteX2" fmla="*/ 1361854 w 1490593"/>
              <a:gd name="connsiteY2" fmla="*/ 0 h 375670"/>
              <a:gd name="connsiteX3" fmla="*/ 1490593 w 1490593"/>
              <a:gd name="connsiteY3" fmla="*/ 128739 h 375670"/>
              <a:gd name="connsiteX4" fmla="*/ 1490593 w 1490593"/>
              <a:gd name="connsiteY4" fmla="*/ 242813 h 375670"/>
              <a:gd name="connsiteX5" fmla="*/ 1361854 w 1490593"/>
              <a:gd name="connsiteY5" fmla="*/ 371552 h 375670"/>
              <a:gd name="connsiteX6" fmla="*/ 347076 w 1490593"/>
              <a:gd name="connsiteY6" fmla="*/ 375670 h 375670"/>
              <a:gd name="connsiteX7" fmla="*/ 35 w 1490593"/>
              <a:gd name="connsiteY7" fmla="*/ 275763 h 375670"/>
              <a:gd name="connsiteX8" fmla="*/ 354262 w 1490593"/>
              <a:gd name="connsiteY8" fmla="*/ 128739 h 375670"/>
              <a:gd name="connsiteX0" fmla="*/ 85079 w 1221410"/>
              <a:gd name="connsiteY0" fmla="*/ 128739 h 375670"/>
              <a:gd name="connsiteX1" fmla="*/ 213818 w 1221410"/>
              <a:gd name="connsiteY1" fmla="*/ 0 h 375670"/>
              <a:gd name="connsiteX2" fmla="*/ 1092671 w 1221410"/>
              <a:gd name="connsiteY2" fmla="*/ 0 h 375670"/>
              <a:gd name="connsiteX3" fmla="*/ 1221410 w 1221410"/>
              <a:gd name="connsiteY3" fmla="*/ 128739 h 375670"/>
              <a:gd name="connsiteX4" fmla="*/ 1221410 w 1221410"/>
              <a:gd name="connsiteY4" fmla="*/ 242813 h 375670"/>
              <a:gd name="connsiteX5" fmla="*/ 1092671 w 1221410"/>
              <a:gd name="connsiteY5" fmla="*/ 371552 h 375670"/>
              <a:gd name="connsiteX6" fmla="*/ 77893 w 1221410"/>
              <a:gd name="connsiteY6" fmla="*/ 375670 h 375670"/>
              <a:gd name="connsiteX7" fmla="*/ 85079 w 1221410"/>
              <a:gd name="connsiteY7" fmla="*/ 128739 h 375670"/>
              <a:gd name="connsiteX0" fmla="*/ 79568 w 1215899"/>
              <a:gd name="connsiteY0" fmla="*/ 128739 h 375670"/>
              <a:gd name="connsiteX1" fmla="*/ 208307 w 1215899"/>
              <a:gd name="connsiteY1" fmla="*/ 0 h 375670"/>
              <a:gd name="connsiteX2" fmla="*/ 1087160 w 1215899"/>
              <a:gd name="connsiteY2" fmla="*/ 0 h 375670"/>
              <a:gd name="connsiteX3" fmla="*/ 1215899 w 1215899"/>
              <a:gd name="connsiteY3" fmla="*/ 128739 h 375670"/>
              <a:gd name="connsiteX4" fmla="*/ 1215899 w 1215899"/>
              <a:gd name="connsiteY4" fmla="*/ 242813 h 375670"/>
              <a:gd name="connsiteX5" fmla="*/ 1087160 w 1215899"/>
              <a:gd name="connsiteY5" fmla="*/ 371552 h 375670"/>
              <a:gd name="connsiteX6" fmla="*/ 72382 w 1215899"/>
              <a:gd name="connsiteY6" fmla="*/ 375670 h 375670"/>
              <a:gd name="connsiteX7" fmla="*/ 79568 w 1215899"/>
              <a:gd name="connsiteY7" fmla="*/ 128739 h 375670"/>
              <a:gd name="connsiteX0" fmla="*/ 7709 w 1144040"/>
              <a:gd name="connsiteY0" fmla="*/ 128739 h 375740"/>
              <a:gd name="connsiteX1" fmla="*/ 136448 w 1144040"/>
              <a:gd name="connsiteY1" fmla="*/ 0 h 375740"/>
              <a:gd name="connsiteX2" fmla="*/ 1015301 w 1144040"/>
              <a:gd name="connsiteY2" fmla="*/ 0 h 375740"/>
              <a:gd name="connsiteX3" fmla="*/ 1144040 w 1144040"/>
              <a:gd name="connsiteY3" fmla="*/ 128739 h 375740"/>
              <a:gd name="connsiteX4" fmla="*/ 1144040 w 1144040"/>
              <a:gd name="connsiteY4" fmla="*/ 242813 h 375740"/>
              <a:gd name="connsiteX5" fmla="*/ 1015301 w 1144040"/>
              <a:gd name="connsiteY5" fmla="*/ 371552 h 375740"/>
              <a:gd name="connsiteX6" fmla="*/ 523 w 1144040"/>
              <a:gd name="connsiteY6" fmla="*/ 375670 h 375740"/>
              <a:gd name="connsiteX7" fmla="*/ 7709 w 1144040"/>
              <a:gd name="connsiteY7" fmla="*/ 128739 h 375740"/>
              <a:gd name="connsiteX0" fmla="*/ 0 w 1136331"/>
              <a:gd name="connsiteY0" fmla="*/ 128739 h 375740"/>
              <a:gd name="connsiteX1" fmla="*/ 128739 w 1136331"/>
              <a:gd name="connsiteY1" fmla="*/ 0 h 375740"/>
              <a:gd name="connsiteX2" fmla="*/ 1007592 w 1136331"/>
              <a:gd name="connsiteY2" fmla="*/ 0 h 375740"/>
              <a:gd name="connsiteX3" fmla="*/ 1136331 w 1136331"/>
              <a:gd name="connsiteY3" fmla="*/ 128739 h 375740"/>
              <a:gd name="connsiteX4" fmla="*/ 1136331 w 1136331"/>
              <a:gd name="connsiteY4" fmla="*/ 242813 h 375740"/>
              <a:gd name="connsiteX5" fmla="*/ 1007592 w 1136331"/>
              <a:gd name="connsiteY5" fmla="*/ 371552 h 375740"/>
              <a:gd name="connsiteX6" fmla="*/ 5171 w 1136331"/>
              <a:gd name="connsiteY6" fmla="*/ 375670 h 375740"/>
              <a:gd name="connsiteX7" fmla="*/ 0 w 1136331"/>
              <a:gd name="connsiteY7" fmla="*/ 128739 h 37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6331" h="375740">
                <a:moveTo>
                  <a:pt x="0" y="128739"/>
                </a:moveTo>
                <a:cubicBezTo>
                  <a:pt x="0" y="57638"/>
                  <a:pt x="57638" y="0"/>
                  <a:pt x="128739" y="0"/>
                </a:cubicBezTo>
                <a:lnTo>
                  <a:pt x="1007592" y="0"/>
                </a:lnTo>
                <a:cubicBezTo>
                  <a:pt x="1078693" y="0"/>
                  <a:pt x="1136331" y="57638"/>
                  <a:pt x="1136331" y="128739"/>
                </a:cubicBezTo>
                <a:lnTo>
                  <a:pt x="1136331" y="242813"/>
                </a:lnTo>
                <a:cubicBezTo>
                  <a:pt x="1136331" y="313914"/>
                  <a:pt x="1078693" y="371552"/>
                  <a:pt x="1007592" y="371552"/>
                </a:cubicBezTo>
                <a:lnTo>
                  <a:pt x="5171" y="375670"/>
                </a:lnTo>
                <a:cubicBezTo>
                  <a:pt x="1995" y="380509"/>
                  <a:pt x="2060" y="133686"/>
                  <a:pt x="0" y="128739"/>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18"/>
          <p:cNvSpPr>
            <a:spLocks noGrp="1"/>
          </p:cNvSpPr>
          <p:nvPr>
            <p:ph type="body" sz="quarter" idx="10"/>
          </p:nvPr>
        </p:nvSpPr>
        <p:spPr>
          <a:xfrm>
            <a:off x="838200" y="554299"/>
            <a:ext cx="10515600" cy="152350"/>
          </a:xfrm>
          <a:prstGeom prst="rect">
            <a:avLst/>
          </a:prstGeom>
        </p:spPr>
        <p:txBody>
          <a:bodyPr wrap="square" lIns="0" tIns="0" rIns="0" bIns="0">
            <a:noAutofit/>
          </a:bodyPr>
          <a:lstStyle>
            <a:lvl1pPr marL="0" indent="0">
              <a:lnSpc>
                <a:spcPct val="100000"/>
              </a:lnSpc>
              <a:spcBef>
                <a:spcPts val="0"/>
              </a:spcBef>
              <a:buNone/>
              <a:defRPr sz="1100" cap="all" spc="250" baseline="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dirty="0"/>
              <a:t>Click to edit Master text styles</a:t>
            </a:r>
          </a:p>
        </p:txBody>
      </p:sp>
      <p:sp>
        <p:nvSpPr>
          <p:cNvPr id="14" name="Oval 13"/>
          <p:cNvSpPr/>
          <p:nvPr userDrawn="1"/>
        </p:nvSpPr>
        <p:spPr>
          <a:xfrm>
            <a:off x="11609547" y="400050"/>
            <a:ext cx="339725" cy="33972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Box 14"/>
          <p:cNvSpPr txBox="1"/>
          <p:nvPr userDrawn="1"/>
        </p:nvSpPr>
        <p:spPr>
          <a:xfrm>
            <a:off x="11638914" y="479425"/>
            <a:ext cx="269875" cy="169277"/>
          </a:xfrm>
          <a:prstGeom prst="rect">
            <a:avLst/>
          </a:prstGeom>
          <a:noFill/>
        </p:spPr>
        <p:txBody>
          <a:bodyPr wrap="square" lIns="0" tIns="0" rIns="0" bIns="0" rtlCol="0">
            <a:spAutoFit/>
          </a:bodyPr>
          <a:lstStyle/>
          <a:p>
            <a:pPr algn="ctr"/>
            <a:fld id="{BD8018E6-5008-4D09-8834-2943DEA75A3D}" type="slidenum">
              <a:rPr lang="en-US" sz="11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100" b="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0" name="Group 9">
            <a:extLst>
              <a:ext uri="{FF2B5EF4-FFF2-40B4-BE49-F238E27FC236}">
                <a16:creationId xmlns:a16="http://schemas.microsoft.com/office/drawing/2014/main" id="{432CCB9E-EBCF-4AB0-A604-2319A299E946}"/>
              </a:ext>
            </a:extLst>
          </p:cNvPr>
          <p:cNvGrpSpPr/>
          <p:nvPr userDrawn="1"/>
        </p:nvGrpSpPr>
        <p:grpSpPr>
          <a:xfrm>
            <a:off x="0" y="1203481"/>
            <a:ext cx="543560" cy="38331"/>
            <a:chOff x="3244850" y="3002280"/>
            <a:chExt cx="1752600" cy="152400"/>
          </a:xfrm>
          <a:solidFill>
            <a:schemeClr val="accent3"/>
          </a:solidFill>
        </p:grpSpPr>
        <p:sp>
          <p:nvSpPr>
            <p:cNvPr id="11" name="Rectangle 10">
              <a:extLst>
                <a:ext uri="{FF2B5EF4-FFF2-40B4-BE49-F238E27FC236}">
                  <a16:creationId xmlns:a16="http://schemas.microsoft.com/office/drawing/2014/main" id="{36A33EC8-C09E-4709-A368-9DF9789D1453}"/>
                </a:ext>
              </a:extLst>
            </p:cNvPr>
            <p:cNvSpPr/>
            <p:nvPr/>
          </p:nvSpPr>
          <p:spPr>
            <a:xfrm>
              <a:off x="4121150" y="3002280"/>
              <a:ext cx="876300" cy="1524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A9193B2-67C2-42BA-B53E-35B45A8958FA}"/>
                </a:ext>
              </a:extLst>
            </p:cNvPr>
            <p:cNvSpPr/>
            <p:nvPr/>
          </p:nvSpPr>
          <p:spPr>
            <a:xfrm>
              <a:off x="3244850" y="3002280"/>
              <a:ext cx="876300" cy="152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2" name="Rectangle: Rounded Corners 1">
            <a:extLst>
              <a:ext uri="{FF2B5EF4-FFF2-40B4-BE49-F238E27FC236}">
                <a16:creationId xmlns:a16="http://schemas.microsoft.com/office/drawing/2014/main" id="{91A3548A-2E27-46EE-90D7-3AF70CC098B7}"/>
              </a:ext>
            </a:extLst>
          </p:cNvPr>
          <p:cNvSpPr/>
          <p:nvPr userDrawn="1"/>
        </p:nvSpPr>
        <p:spPr>
          <a:xfrm>
            <a:off x="729350" y="919241"/>
            <a:ext cx="4415404" cy="571425"/>
          </a:xfrm>
          <a:custGeom>
            <a:avLst/>
            <a:gdLst>
              <a:gd name="connsiteX0" fmla="*/ 0 w 4415218"/>
              <a:gd name="connsiteY0" fmla="*/ 162183 h 562880"/>
              <a:gd name="connsiteX1" fmla="*/ 162183 w 4415218"/>
              <a:gd name="connsiteY1" fmla="*/ 0 h 562880"/>
              <a:gd name="connsiteX2" fmla="*/ 4253035 w 4415218"/>
              <a:gd name="connsiteY2" fmla="*/ 0 h 562880"/>
              <a:gd name="connsiteX3" fmla="*/ 4415218 w 4415218"/>
              <a:gd name="connsiteY3" fmla="*/ 162183 h 562880"/>
              <a:gd name="connsiteX4" fmla="*/ 4415218 w 4415218"/>
              <a:gd name="connsiteY4" fmla="*/ 400697 h 562880"/>
              <a:gd name="connsiteX5" fmla="*/ 4253035 w 4415218"/>
              <a:gd name="connsiteY5" fmla="*/ 562880 h 562880"/>
              <a:gd name="connsiteX6" fmla="*/ 162183 w 4415218"/>
              <a:gd name="connsiteY6" fmla="*/ 562880 h 562880"/>
              <a:gd name="connsiteX7" fmla="*/ 0 w 4415218"/>
              <a:gd name="connsiteY7" fmla="*/ 400697 h 562880"/>
              <a:gd name="connsiteX8" fmla="*/ 0 w 4415218"/>
              <a:gd name="connsiteY8" fmla="*/ 162183 h 562880"/>
              <a:gd name="connsiteX0" fmla="*/ 0 w 4415218"/>
              <a:gd name="connsiteY0" fmla="*/ 162183 h 562880"/>
              <a:gd name="connsiteX1" fmla="*/ 162183 w 4415218"/>
              <a:gd name="connsiteY1" fmla="*/ 0 h 562880"/>
              <a:gd name="connsiteX2" fmla="*/ 4253035 w 4415218"/>
              <a:gd name="connsiteY2" fmla="*/ 0 h 562880"/>
              <a:gd name="connsiteX3" fmla="*/ 4415218 w 4415218"/>
              <a:gd name="connsiteY3" fmla="*/ 162183 h 562880"/>
              <a:gd name="connsiteX4" fmla="*/ 4253035 w 4415218"/>
              <a:gd name="connsiteY4" fmla="*/ 562880 h 562880"/>
              <a:gd name="connsiteX5" fmla="*/ 162183 w 4415218"/>
              <a:gd name="connsiteY5" fmla="*/ 562880 h 562880"/>
              <a:gd name="connsiteX6" fmla="*/ 0 w 4415218"/>
              <a:gd name="connsiteY6" fmla="*/ 400697 h 562880"/>
              <a:gd name="connsiteX7" fmla="*/ 0 w 4415218"/>
              <a:gd name="connsiteY7" fmla="*/ 162183 h 562880"/>
              <a:gd name="connsiteX0" fmla="*/ 0 w 4415218"/>
              <a:gd name="connsiteY0" fmla="*/ 162183 h 571425"/>
              <a:gd name="connsiteX1" fmla="*/ 162183 w 4415218"/>
              <a:gd name="connsiteY1" fmla="*/ 0 h 571425"/>
              <a:gd name="connsiteX2" fmla="*/ 4253035 w 4415218"/>
              <a:gd name="connsiteY2" fmla="*/ 0 h 571425"/>
              <a:gd name="connsiteX3" fmla="*/ 4415218 w 4415218"/>
              <a:gd name="connsiteY3" fmla="*/ 162183 h 571425"/>
              <a:gd name="connsiteX4" fmla="*/ 4398313 w 4415218"/>
              <a:gd name="connsiteY4" fmla="*/ 571425 h 571425"/>
              <a:gd name="connsiteX5" fmla="*/ 162183 w 4415218"/>
              <a:gd name="connsiteY5" fmla="*/ 562880 h 571425"/>
              <a:gd name="connsiteX6" fmla="*/ 0 w 4415218"/>
              <a:gd name="connsiteY6" fmla="*/ 400697 h 571425"/>
              <a:gd name="connsiteX7" fmla="*/ 0 w 4415218"/>
              <a:gd name="connsiteY7" fmla="*/ 162183 h 571425"/>
              <a:gd name="connsiteX0" fmla="*/ 0 w 4415404"/>
              <a:gd name="connsiteY0" fmla="*/ 162183 h 571425"/>
              <a:gd name="connsiteX1" fmla="*/ 162183 w 4415404"/>
              <a:gd name="connsiteY1" fmla="*/ 0 h 571425"/>
              <a:gd name="connsiteX2" fmla="*/ 4253035 w 4415404"/>
              <a:gd name="connsiteY2" fmla="*/ 0 h 571425"/>
              <a:gd name="connsiteX3" fmla="*/ 4415218 w 4415404"/>
              <a:gd name="connsiteY3" fmla="*/ 162183 h 571425"/>
              <a:gd name="connsiteX4" fmla="*/ 4415404 w 4415404"/>
              <a:gd name="connsiteY4" fmla="*/ 571425 h 571425"/>
              <a:gd name="connsiteX5" fmla="*/ 162183 w 4415404"/>
              <a:gd name="connsiteY5" fmla="*/ 562880 h 571425"/>
              <a:gd name="connsiteX6" fmla="*/ 0 w 4415404"/>
              <a:gd name="connsiteY6" fmla="*/ 400697 h 571425"/>
              <a:gd name="connsiteX7" fmla="*/ 0 w 4415404"/>
              <a:gd name="connsiteY7" fmla="*/ 162183 h 57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5404" h="571425">
                <a:moveTo>
                  <a:pt x="0" y="162183"/>
                </a:moveTo>
                <a:cubicBezTo>
                  <a:pt x="0" y="72612"/>
                  <a:pt x="72612" y="0"/>
                  <a:pt x="162183" y="0"/>
                </a:cubicBezTo>
                <a:lnTo>
                  <a:pt x="4253035" y="0"/>
                </a:lnTo>
                <a:cubicBezTo>
                  <a:pt x="4342606" y="0"/>
                  <a:pt x="4415218" y="72612"/>
                  <a:pt x="4415218" y="162183"/>
                </a:cubicBezTo>
                <a:lnTo>
                  <a:pt x="4415404" y="571425"/>
                </a:lnTo>
                <a:lnTo>
                  <a:pt x="162183" y="562880"/>
                </a:lnTo>
                <a:cubicBezTo>
                  <a:pt x="72612" y="562880"/>
                  <a:pt x="0" y="490268"/>
                  <a:pt x="0" y="400697"/>
                </a:cubicBezTo>
                <a:lnTo>
                  <a:pt x="0" y="16218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p:cNvSpPr>
            <a:spLocks noGrp="1"/>
          </p:cNvSpPr>
          <p:nvPr>
            <p:ph type="title"/>
          </p:nvPr>
        </p:nvSpPr>
        <p:spPr>
          <a:xfrm>
            <a:off x="917890" y="989484"/>
            <a:ext cx="10538460" cy="508179"/>
          </a:xfrm>
          <a:prstGeom prst="rect">
            <a:avLst/>
          </a:prstGeom>
          <a:noFill/>
        </p:spPr>
        <p:txBody>
          <a:bodyPr lIns="0" tIns="0" rIns="0" bIns="0" anchor="t" anchorCtr="0"/>
          <a:lstStyle>
            <a:lvl1pPr>
              <a:defRPr sz="32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dirty="0"/>
              <a:t>Click to edit Master title style</a:t>
            </a:r>
          </a:p>
        </p:txBody>
      </p:sp>
    </p:spTree>
    <p:extLst>
      <p:ext uri="{BB962C8B-B14F-4D97-AF65-F5344CB8AC3E}">
        <p14:creationId xmlns:p14="http://schemas.microsoft.com/office/powerpoint/2010/main" val="2128310378"/>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guide id="6" pos="2208">
          <p15:clr>
            <a:srgbClr val="FBAE40"/>
          </p15:clr>
        </p15:guide>
        <p15:guide id="7" pos="131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Picture at left 03">
    <p:spTree>
      <p:nvGrpSpPr>
        <p:cNvPr id="1" name=""/>
        <p:cNvGrpSpPr/>
        <p:nvPr/>
      </p:nvGrpSpPr>
      <p:grpSpPr>
        <a:xfrm>
          <a:off x="0" y="0"/>
          <a:ext cx="0" cy="0"/>
          <a:chOff x="0" y="0"/>
          <a:chExt cx="0" cy="0"/>
        </a:xfrm>
      </p:grpSpPr>
      <p:sp>
        <p:nvSpPr>
          <p:cNvPr id="21" name="Title 8"/>
          <p:cNvSpPr>
            <a:spLocks noGrp="1"/>
          </p:cNvSpPr>
          <p:nvPr>
            <p:ph type="title"/>
          </p:nvPr>
        </p:nvSpPr>
        <p:spPr>
          <a:xfrm>
            <a:off x="6866890" y="687548"/>
            <a:ext cx="4486910" cy="508179"/>
          </a:xfrm>
          <a:prstGeom prst="rect">
            <a:avLst/>
          </a:prstGeom>
        </p:spPr>
        <p:txBody>
          <a:bodyPr lIns="0" tIns="0" rIns="0" bIns="0" anchor="t" anchorCtr="0"/>
          <a:lstStyle>
            <a:lvl1pPr>
              <a:defRPr sz="36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r>
              <a:rPr lang="en-US" dirty="0"/>
              <a:t>Click to edit Master title style</a:t>
            </a:r>
          </a:p>
        </p:txBody>
      </p:sp>
      <p:sp>
        <p:nvSpPr>
          <p:cNvPr id="19" name="Picture Placeholder 2"/>
          <p:cNvSpPr>
            <a:spLocks noGrp="1"/>
          </p:cNvSpPr>
          <p:nvPr>
            <p:ph type="pic" sz="quarter" idx="13"/>
          </p:nvPr>
        </p:nvSpPr>
        <p:spPr>
          <a:xfrm>
            <a:off x="0" y="0"/>
            <a:ext cx="5962650" cy="6858000"/>
          </a:xfrm>
          <a:prstGeom prst="rect">
            <a:avLst/>
          </a:prstGeom>
        </p:spPr>
        <p:txBody>
          <a:bodyPr anchor="ctr" anchorCtr="0"/>
          <a:lstStyle>
            <a:lvl1pPr marL="0" indent="0" algn="ctr">
              <a:buNone/>
              <a:defRPr sz="13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9" name="Oval 8"/>
          <p:cNvSpPr/>
          <p:nvPr userDrawn="1"/>
        </p:nvSpPr>
        <p:spPr>
          <a:xfrm>
            <a:off x="11609547" y="400050"/>
            <a:ext cx="339725" cy="33972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p:cNvSpPr txBox="1"/>
          <p:nvPr userDrawn="1"/>
        </p:nvSpPr>
        <p:spPr>
          <a:xfrm>
            <a:off x="11638914" y="479425"/>
            <a:ext cx="269875" cy="169277"/>
          </a:xfrm>
          <a:prstGeom prst="rect">
            <a:avLst/>
          </a:prstGeom>
          <a:noFill/>
        </p:spPr>
        <p:txBody>
          <a:bodyPr wrap="square" lIns="0" tIns="0" rIns="0" bIns="0" rtlCol="0">
            <a:spAutoFit/>
          </a:bodyPr>
          <a:lstStyle/>
          <a:p>
            <a:pPr algn="ctr"/>
            <a:fld id="{BD8018E6-5008-4D09-8834-2943DEA75A3D}" type="slidenum">
              <a:rPr lang="en-US" sz="11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100" b="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Placeholder 18"/>
          <p:cNvSpPr>
            <a:spLocks noGrp="1"/>
          </p:cNvSpPr>
          <p:nvPr>
            <p:ph type="body" sz="quarter" idx="10"/>
          </p:nvPr>
        </p:nvSpPr>
        <p:spPr>
          <a:xfrm>
            <a:off x="6866890" y="417563"/>
            <a:ext cx="4486910" cy="152350"/>
          </a:xfrm>
          <a:prstGeom prst="rect">
            <a:avLst/>
          </a:prstGeom>
        </p:spPr>
        <p:txBody>
          <a:bodyPr wrap="square" lIns="0" tIns="0" rIns="0" bIns="0">
            <a:noAutofit/>
          </a:bodyPr>
          <a:lstStyle>
            <a:lvl1pPr marL="0" indent="0">
              <a:lnSpc>
                <a:spcPct val="100000"/>
              </a:lnSpc>
              <a:spcBef>
                <a:spcPts val="0"/>
              </a:spcBef>
              <a:buNone/>
              <a:defRPr sz="1100" cap="all" spc="250" baseline="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dirty="0"/>
              <a:t>Click to edit Master text styles</a:t>
            </a:r>
          </a:p>
        </p:txBody>
      </p:sp>
      <p:sp>
        <p:nvSpPr>
          <p:cNvPr id="13" name="Text Placeholder 18"/>
          <p:cNvSpPr>
            <a:spLocks noGrp="1"/>
          </p:cNvSpPr>
          <p:nvPr>
            <p:ph type="body" sz="quarter" idx="11"/>
          </p:nvPr>
        </p:nvSpPr>
        <p:spPr>
          <a:xfrm>
            <a:off x="6866890" y="1251718"/>
            <a:ext cx="4486910" cy="212350"/>
          </a:xfrm>
          <a:prstGeom prst="rect">
            <a:avLst/>
          </a:prstGeom>
        </p:spPr>
        <p:txBody>
          <a:bodyPr wrap="square" lIns="0" tIns="0" rIns="0" bIns="0">
            <a:noAutofit/>
          </a:bodyPr>
          <a:lstStyle>
            <a:lvl1pPr marL="0" indent="0">
              <a:lnSpc>
                <a:spcPct val="100000"/>
              </a:lnSpc>
              <a:spcBef>
                <a:spcPts val="0"/>
              </a:spcBef>
              <a:buNone/>
              <a:defRPr sz="1200" cap="none" spc="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dirty="0"/>
              <a:t>Click to edit Master text styles</a:t>
            </a:r>
          </a:p>
        </p:txBody>
      </p:sp>
    </p:spTree>
    <p:extLst>
      <p:ext uri="{BB962C8B-B14F-4D97-AF65-F5344CB8AC3E}">
        <p14:creationId xmlns:p14="http://schemas.microsoft.com/office/powerpoint/2010/main" val="3075642881"/>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Picture at right 03">
    <p:spTree>
      <p:nvGrpSpPr>
        <p:cNvPr id="1" name=""/>
        <p:cNvGrpSpPr/>
        <p:nvPr/>
      </p:nvGrpSpPr>
      <p:grpSpPr>
        <a:xfrm>
          <a:off x="0" y="0"/>
          <a:ext cx="0" cy="0"/>
          <a:chOff x="0" y="0"/>
          <a:chExt cx="0" cy="0"/>
        </a:xfrm>
      </p:grpSpPr>
      <p:sp>
        <p:nvSpPr>
          <p:cNvPr id="19" name="Picture Placeholder 2"/>
          <p:cNvSpPr>
            <a:spLocks noGrp="1"/>
          </p:cNvSpPr>
          <p:nvPr>
            <p:ph type="pic" sz="quarter" idx="13"/>
          </p:nvPr>
        </p:nvSpPr>
        <p:spPr>
          <a:xfrm>
            <a:off x="5861228" y="554298"/>
            <a:ext cx="5492572" cy="6303701"/>
          </a:xfrm>
          <a:custGeom>
            <a:avLst/>
            <a:gdLst>
              <a:gd name="connsiteX0" fmla="*/ 0 w 5962650"/>
              <a:gd name="connsiteY0" fmla="*/ 993795 h 6858000"/>
              <a:gd name="connsiteX1" fmla="*/ 993795 w 5962650"/>
              <a:gd name="connsiteY1" fmla="*/ 0 h 6858000"/>
              <a:gd name="connsiteX2" fmla="*/ 4968855 w 5962650"/>
              <a:gd name="connsiteY2" fmla="*/ 0 h 6858000"/>
              <a:gd name="connsiteX3" fmla="*/ 5962650 w 5962650"/>
              <a:gd name="connsiteY3" fmla="*/ 993795 h 6858000"/>
              <a:gd name="connsiteX4" fmla="*/ 5962650 w 5962650"/>
              <a:gd name="connsiteY4" fmla="*/ 5864205 h 6858000"/>
              <a:gd name="connsiteX5" fmla="*/ 4968855 w 5962650"/>
              <a:gd name="connsiteY5" fmla="*/ 6858000 h 6858000"/>
              <a:gd name="connsiteX6" fmla="*/ 993795 w 5962650"/>
              <a:gd name="connsiteY6" fmla="*/ 6858000 h 6858000"/>
              <a:gd name="connsiteX7" fmla="*/ 0 w 5962650"/>
              <a:gd name="connsiteY7" fmla="*/ 5864205 h 6858000"/>
              <a:gd name="connsiteX8" fmla="*/ 0 w 5962650"/>
              <a:gd name="connsiteY8" fmla="*/ 993795 h 6858000"/>
              <a:gd name="connsiteX0" fmla="*/ 0 w 5974682"/>
              <a:gd name="connsiteY0" fmla="*/ 993795 h 7087789"/>
              <a:gd name="connsiteX1" fmla="*/ 993795 w 5974682"/>
              <a:gd name="connsiteY1" fmla="*/ 0 h 7087789"/>
              <a:gd name="connsiteX2" fmla="*/ 4968855 w 5974682"/>
              <a:gd name="connsiteY2" fmla="*/ 0 h 7087789"/>
              <a:gd name="connsiteX3" fmla="*/ 5962650 w 5974682"/>
              <a:gd name="connsiteY3" fmla="*/ 993795 h 7087789"/>
              <a:gd name="connsiteX4" fmla="*/ 5974682 w 5974682"/>
              <a:gd name="connsiteY4" fmla="*/ 6838763 h 7087789"/>
              <a:gd name="connsiteX5" fmla="*/ 4968855 w 5974682"/>
              <a:gd name="connsiteY5" fmla="*/ 6858000 h 7087789"/>
              <a:gd name="connsiteX6" fmla="*/ 993795 w 5974682"/>
              <a:gd name="connsiteY6" fmla="*/ 6858000 h 7087789"/>
              <a:gd name="connsiteX7" fmla="*/ 0 w 5974682"/>
              <a:gd name="connsiteY7" fmla="*/ 5864205 h 7087789"/>
              <a:gd name="connsiteX8" fmla="*/ 0 w 5974682"/>
              <a:gd name="connsiteY8" fmla="*/ 993795 h 7087789"/>
              <a:gd name="connsiteX0" fmla="*/ 0 w 5975547"/>
              <a:gd name="connsiteY0" fmla="*/ 993795 h 6858000"/>
              <a:gd name="connsiteX1" fmla="*/ 993795 w 5975547"/>
              <a:gd name="connsiteY1" fmla="*/ 0 h 6858000"/>
              <a:gd name="connsiteX2" fmla="*/ 4968855 w 5975547"/>
              <a:gd name="connsiteY2" fmla="*/ 0 h 6858000"/>
              <a:gd name="connsiteX3" fmla="*/ 5962650 w 5975547"/>
              <a:gd name="connsiteY3" fmla="*/ 993795 h 6858000"/>
              <a:gd name="connsiteX4" fmla="*/ 5974682 w 5975547"/>
              <a:gd name="connsiteY4" fmla="*/ 6838763 h 6858000"/>
              <a:gd name="connsiteX5" fmla="*/ 4968855 w 5975547"/>
              <a:gd name="connsiteY5" fmla="*/ 6858000 h 6858000"/>
              <a:gd name="connsiteX6" fmla="*/ 993795 w 5975547"/>
              <a:gd name="connsiteY6" fmla="*/ 6858000 h 6858000"/>
              <a:gd name="connsiteX7" fmla="*/ 0 w 5975547"/>
              <a:gd name="connsiteY7" fmla="*/ 5864205 h 6858000"/>
              <a:gd name="connsiteX8" fmla="*/ 0 w 5975547"/>
              <a:gd name="connsiteY8" fmla="*/ 993795 h 6858000"/>
              <a:gd name="connsiteX0" fmla="*/ 0 w 5963536"/>
              <a:gd name="connsiteY0" fmla="*/ 993795 h 6861811"/>
              <a:gd name="connsiteX1" fmla="*/ 993795 w 5963536"/>
              <a:gd name="connsiteY1" fmla="*/ 0 h 6861811"/>
              <a:gd name="connsiteX2" fmla="*/ 4968855 w 5963536"/>
              <a:gd name="connsiteY2" fmla="*/ 0 h 6861811"/>
              <a:gd name="connsiteX3" fmla="*/ 5962650 w 5963536"/>
              <a:gd name="connsiteY3" fmla="*/ 993795 h 6861811"/>
              <a:gd name="connsiteX4" fmla="*/ 5962650 w 5963536"/>
              <a:gd name="connsiteY4" fmla="*/ 6850794 h 6861811"/>
              <a:gd name="connsiteX5" fmla="*/ 4968855 w 5963536"/>
              <a:gd name="connsiteY5" fmla="*/ 6858000 h 6861811"/>
              <a:gd name="connsiteX6" fmla="*/ 993795 w 5963536"/>
              <a:gd name="connsiteY6" fmla="*/ 6858000 h 6861811"/>
              <a:gd name="connsiteX7" fmla="*/ 0 w 5963536"/>
              <a:gd name="connsiteY7" fmla="*/ 5864205 h 6861811"/>
              <a:gd name="connsiteX8" fmla="*/ 0 w 5963536"/>
              <a:gd name="connsiteY8" fmla="*/ 993795 h 6861811"/>
              <a:gd name="connsiteX0" fmla="*/ 0 w 5963536"/>
              <a:gd name="connsiteY0" fmla="*/ 993795 h 6858000"/>
              <a:gd name="connsiteX1" fmla="*/ 993795 w 5963536"/>
              <a:gd name="connsiteY1" fmla="*/ 0 h 6858000"/>
              <a:gd name="connsiteX2" fmla="*/ 4968855 w 5963536"/>
              <a:gd name="connsiteY2" fmla="*/ 0 h 6858000"/>
              <a:gd name="connsiteX3" fmla="*/ 5962650 w 5963536"/>
              <a:gd name="connsiteY3" fmla="*/ 993795 h 6858000"/>
              <a:gd name="connsiteX4" fmla="*/ 5962650 w 5963536"/>
              <a:gd name="connsiteY4" fmla="*/ 6838763 h 6858000"/>
              <a:gd name="connsiteX5" fmla="*/ 4968855 w 5963536"/>
              <a:gd name="connsiteY5" fmla="*/ 6858000 h 6858000"/>
              <a:gd name="connsiteX6" fmla="*/ 993795 w 5963536"/>
              <a:gd name="connsiteY6" fmla="*/ 6858000 h 6858000"/>
              <a:gd name="connsiteX7" fmla="*/ 0 w 5963536"/>
              <a:gd name="connsiteY7" fmla="*/ 5864205 h 6858000"/>
              <a:gd name="connsiteX8" fmla="*/ 0 w 5963536"/>
              <a:gd name="connsiteY8" fmla="*/ 993795 h 6858000"/>
              <a:gd name="connsiteX0" fmla="*/ 0 w 5975547"/>
              <a:gd name="connsiteY0" fmla="*/ 993795 h 6858000"/>
              <a:gd name="connsiteX1" fmla="*/ 993795 w 5975547"/>
              <a:gd name="connsiteY1" fmla="*/ 0 h 6858000"/>
              <a:gd name="connsiteX2" fmla="*/ 4968855 w 5975547"/>
              <a:gd name="connsiteY2" fmla="*/ 0 h 6858000"/>
              <a:gd name="connsiteX3" fmla="*/ 5962650 w 5975547"/>
              <a:gd name="connsiteY3" fmla="*/ 993795 h 6858000"/>
              <a:gd name="connsiteX4" fmla="*/ 5974682 w 5975547"/>
              <a:gd name="connsiteY4" fmla="*/ 6838763 h 6858000"/>
              <a:gd name="connsiteX5" fmla="*/ 4968855 w 5975547"/>
              <a:gd name="connsiteY5" fmla="*/ 6858000 h 6858000"/>
              <a:gd name="connsiteX6" fmla="*/ 993795 w 5975547"/>
              <a:gd name="connsiteY6" fmla="*/ 6858000 h 6858000"/>
              <a:gd name="connsiteX7" fmla="*/ 0 w 5975547"/>
              <a:gd name="connsiteY7" fmla="*/ 5864205 h 6858000"/>
              <a:gd name="connsiteX8" fmla="*/ 0 w 5975547"/>
              <a:gd name="connsiteY8" fmla="*/ 993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5547" h="6858000">
                <a:moveTo>
                  <a:pt x="0" y="993795"/>
                </a:moveTo>
                <a:cubicBezTo>
                  <a:pt x="0" y="444937"/>
                  <a:pt x="444937" y="0"/>
                  <a:pt x="993795" y="0"/>
                </a:cubicBezTo>
                <a:lnTo>
                  <a:pt x="4968855" y="0"/>
                </a:lnTo>
                <a:cubicBezTo>
                  <a:pt x="5517713" y="0"/>
                  <a:pt x="5962650" y="444937"/>
                  <a:pt x="5962650" y="993795"/>
                </a:cubicBezTo>
                <a:cubicBezTo>
                  <a:pt x="5962650" y="2617265"/>
                  <a:pt x="5950619" y="6819294"/>
                  <a:pt x="5974682" y="6838763"/>
                </a:cubicBezTo>
                <a:cubicBezTo>
                  <a:pt x="5998745" y="6858232"/>
                  <a:pt x="5517713" y="6858000"/>
                  <a:pt x="4968855" y="6858000"/>
                </a:cubicBezTo>
                <a:lnTo>
                  <a:pt x="993795" y="6858000"/>
                </a:lnTo>
                <a:cubicBezTo>
                  <a:pt x="444937" y="6858000"/>
                  <a:pt x="0" y="6413063"/>
                  <a:pt x="0" y="5864205"/>
                </a:cubicBezTo>
                <a:lnTo>
                  <a:pt x="0" y="993795"/>
                </a:lnTo>
                <a:close/>
              </a:path>
            </a:pathLst>
          </a:custGeom>
        </p:spPr>
        <p:txBody>
          <a:bodyPr anchor="ctr" anchorCtr="0"/>
          <a:lstStyle>
            <a:lvl1pPr marL="0" indent="0" algn="ctr">
              <a:buNone/>
              <a:defRPr sz="13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 name="Rectangle: Rounded Corners 1">
            <a:extLst>
              <a:ext uri="{FF2B5EF4-FFF2-40B4-BE49-F238E27FC236}">
                <a16:creationId xmlns:a16="http://schemas.microsoft.com/office/drawing/2014/main" id="{799494B7-A039-4866-9685-AC6721CFC71A}"/>
              </a:ext>
            </a:extLst>
          </p:cNvPr>
          <p:cNvSpPr/>
          <p:nvPr userDrawn="1"/>
        </p:nvSpPr>
        <p:spPr>
          <a:xfrm>
            <a:off x="729350" y="452428"/>
            <a:ext cx="1136331" cy="375740"/>
          </a:xfrm>
          <a:custGeom>
            <a:avLst/>
            <a:gdLst>
              <a:gd name="connsiteX0" fmla="*/ 0 w 1136331"/>
              <a:gd name="connsiteY0" fmla="*/ 128739 h 371552"/>
              <a:gd name="connsiteX1" fmla="*/ 128739 w 1136331"/>
              <a:gd name="connsiteY1" fmla="*/ 0 h 371552"/>
              <a:gd name="connsiteX2" fmla="*/ 1007592 w 1136331"/>
              <a:gd name="connsiteY2" fmla="*/ 0 h 371552"/>
              <a:gd name="connsiteX3" fmla="*/ 1136331 w 1136331"/>
              <a:gd name="connsiteY3" fmla="*/ 128739 h 371552"/>
              <a:gd name="connsiteX4" fmla="*/ 1136331 w 1136331"/>
              <a:gd name="connsiteY4" fmla="*/ 242813 h 371552"/>
              <a:gd name="connsiteX5" fmla="*/ 1007592 w 1136331"/>
              <a:gd name="connsiteY5" fmla="*/ 371552 h 371552"/>
              <a:gd name="connsiteX6" fmla="*/ 128739 w 1136331"/>
              <a:gd name="connsiteY6" fmla="*/ 371552 h 371552"/>
              <a:gd name="connsiteX7" fmla="*/ 0 w 1136331"/>
              <a:gd name="connsiteY7" fmla="*/ 242813 h 371552"/>
              <a:gd name="connsiteX8" fmla="*/ 0 w 1136331"/>
              <a:gd name="connsiteY8" fmla="*/ 128739 h 371552"/>
              <a:gd name="connsiteX0" fmla="*/ 4119 w 1140450"/>
              <a:gd name="connsiteY0" fmla="*/ 128739 h 393638"/>
              <a:gd name="connsiteX1" fmla="*/ 132858 w 1140450"/>
              <a:gd name="connsiteY1" fmla="*/ 0 h 393638"/>
              <a:gd name="connsiteX2" fmla="*/ 1011711 w 1140450"/>
              <a:gd name="connsiteY2" fmla="*/ 0 h 393638"/>
              <a:gd name="connsiteX3" fmla="*/ 1140450 w 1140450"/>
              <a:gd name="connsiteY3" fmla="*/ 128739 h 393638"/>
              <a:gd name="connsiteX4" fmla="*/ 1140450 w 1140450"/>
              <a:gd name="connsiteY4" fmla="*/ 242813 h 393638"/>
              <a:gd name="connsiteX5" fmla="*/ 1011711 w 1140450"/>
              <a:gd name="connsiteY5" fmla="*/ 371552 h 393638"/>
              <a:gd name="connsiteX6" fmla="*/ 132858 w 1140450"/>
              <a:gd name="connsiteY6" fmla="*/ 371552 h 393638"/>
              <a:gd name="connsiteX7" fmla="*/ 0 w 1140450"/>
              <a:gd name="connsiteY7" fmla="*/ 358143 h 393638"/>
              <a:gd name="connsiteX8" fmla="*/ 4119 w 1140450"/>
              <a:gd name="connsiteY8" fmla="*/ 128739 h 393638"/>
              <a:gd name="connsiteX0" fmla="*/ 4302 w 1140633"/>
              <a:gd name="connsiteY0" fmla="*/ 128739 h 371552"/>
              <a:gd name="connsiteX1" fmla="*/ 133041 w 1140633"/>
              <a:gd name="connsiteY1" fmla="*/ 0 h 371552"/>
              <a:gd name="connsiteX2" fmla="*/ 1011894 w 1140633"/>
              <a:gd name="connsiteY2" fmla="*/ 0 h 371552"/>
              <a:gd name="connsiteX3" fmla="*/ 1140633 w 1140633"/>
              <a:gd name="connsiteY3" fmla="*/ 128739 h 371552"/>
              <a:gd name="connsiteX4" fmla="*/ 1140633 w 1140633"/>
              <a:gd name="connsiteY4" fmla="*/ 242813 h 371552"/>
              <a:gd name="connsiteX5" fmla="*/ 1011894 w 1140633"/>
              <a:gd name="connsiteY5" fmla="*/ 371552 h 371552"/>
              <a:gd name="connsiteX6" fmla="*/ 133041 w 1140633"/>
              <a:gd name="connsiteY6" fmla="*/ 371552 h 371552"/>
              <a:gd name="connsiteX7" fmla="*/ 183 w 1140633"/>
              <a:gd name="connsiteY7" fmla="*/ 358143 h 371552"/>
              <a:gd name="connsiteX8" fmla="*/ 4302 w 1140633"/>
              <a:gd name="connsiteY8" fmla="*/ 128739 h 371552"/>
              <a:gd name="connsiteX0" fmla="*/ 54912 w 1191243"/>
              <a:gd name="connsiteY0" fmla="*/ 128739 h 404503"/>
              <a:gd name="connsiteX1" fmla="*/ 183651 w 1191243"/>
              <a:gd name="connsiteY1" fmla="*/ 0 h 404503"/>
              <a:gd name="connsiteX2" fmla="*/ 1062504 w 1191243"/>
              <a:gd name="connsiteY2" fmla="*/ 0 h 404503"/>
              <a:gd name="connsiteX3" fmla="*/ 1191243 w 1191243"/>
              <a:gd name="connsiteY3" fmla="*/ 128739 h 404503"/>
              <a:gd name="connsiteX4" fmla="*/ 1191243 w 1191243"/>
              <a:gd name="connsiteY4" fmla="*/ 242813 h 404503"/>
              <a:gd name="connsiteX5" fmla="*/ 1062504 w 1191243"/>
              <a:gd name="connsiteY5" fmla="*/ 371552 h 404503"/>
              <a:gd name="connsiteX6" fmla="*/ 27132 w 1191243"/>
              <a:gd name="connsiteY6" fmla="*/ 404503 h 404503"/>
              <a:gd name="connsiteX7" fmla="*/ 50793 w 1191243"/>
              <a:gd name="connsiteY7" fmla="*/ 358143 h 404503"/>
              <a:gd name="connsiteX8" fmla="*/ 54912 w 1191243"/>
              <a:gd name="connsiteY8" fmla="*/ 128739 h 404503"/>
              <a:gd name="connsiteX0" fmla="*/ 27780 w 1164111"/>
              <a:gd name="connsiteY0" fmla="*/ 128739 h 404503"/>
              <a:gd name="connsiteX1" fmla="*/ 156519 w 1164111"/>
              <a:gd name="connsiteY1" fmla="*/ 0 h 404503"/>
              <a:gd name="connsiteX2" fmla="*/ 1035372 w 1164111"/>
              <a:gd name="connsiteY2" fmla="*/ 0 h 404503"/>
              <a:gd name="connsiteX3" fmla="*/ 1164111 w 1164111"/>
              <a:gd name="connsiteY3" fmla="*/ 128739 h 404503"/>
              <a:gd name="connsiteX4" fmla="*/ 1164111 w 1164111"/>
              <a:gd name="connsiteY4" fmla="*/ 242813 h 404503"/>
              <a:gd name="connsiteX5" fmla="*/ 1035372 w 1164111"/>
              <a:gd name="connsiteY5" fmla="*/ 371552 h 404503"/>
              <a:gd name="connsiteX6" fmla="*/ 0 w 1164111"/>
              <a:gd name="connsiteY6" fmla="*/ 404503 h 404503"/>
              <a:gd name="connsiteX7" fmla="*/ 23661 w 1164111"/>
              <a:gd name="connsiteY7" fmla="*/ 358143 h 404503"/>
              <a:gd name="connsiteX8" fmla="*/ 27780 w 1164111"/>
              <a:gd name="connsiteY8" fmla="*/ 128739 h 404503"/>
              <a:gd name="connsiteX0" fmla="*/ 7186 w 1143517"/>
              <a:gd name="connsiteY0" fmla="*/ 128739 h 371552"/>
              <a:gd name="connsiteX1" fmla="*/ 135925 w 1143517"/>
              <a:gd name="connsiteY1" fmla="*/ 0 h 371552"/>
              <a:gd name="connsiteX2" fmla="*/ 1014778 w 1143517"/>
              <a:gd name="connsiteY2" fmla="*/ 0 h 371552"/>
              <a:gd name="connsiteX3" fmla="*/ 1143517 w 1143517"/>
              <a:gd name="connsiteY3" fmla="*/ 128739 h 371552"/>
              <a:gd name="connsiteX4" fmla="*/ 1143517 w 1143517"/>
              <a:gd name="connsiteY4" fmla="*/ 242813 h 371552"/>
              <a:gd name="connsiteX5" fmla="*/ 1014778 w 1143517"/>
              <a:gd name="connsiteY5" fmla="*/ 371552 h 371552"/>
              <a:gd name="connsiteX6" fmla="*/ 0 w 1143517"/>
              <a:gd name="connsiteY6" fmla="*/ 367432 h 371552"/>
              <a:gd name="connsiteX7" fmla="*/ 3067 w 1143517"/>
              <a:gd name="connsiteY7" fmla="*/ 358143 h 371552"/>
              <a:gd name="connsiteX8" fmla="*/ 7186 w 1143517"/>
              <a:gd name="connsiteY8" fmla="*/ 128739 h 371552"/>
              <a:gd name="connsiteX0" fmla="*/ 7186 w 1143517"/>
              <a:gd name="connsiteY0" fmla="*/ 128739 h 371552"/>
              <a:gd name="connsiteX1" fmla="*/ 135925 w 1143517"/>
              <a:gd name="connsiteY1" fmla="*/ 0 h 371552"/>
              <a:gd name="connsiteX2" fmla="*/ 1014778 w 1143517"/>
              <a:gd name="connsiteY2" fmla="*/ 0 h 371552"/>
              <a:gd name="connsiteX3" fmla="*/ 1143517 w 1143517"/>
              <a:gd name="connsiteY3" fmla="*/ 128739 h 371552"/>
              <a:gd name="connsiteX4" fmla="*/ 1143517 w 1143517"/>
              <a:gd name="connsiteY4" fmla="*/ 242813 h 371552"/>
              <a:gd name="connsiteX5" fmla="*/ 1014778 w 1143517"/>
              <a:gd name="connsiteY5" fmla="*/ 371552 h 371552"/>
              <a:gd name="connsiteX6" fmla="*/ 0 w 1143517"/>
              <a:gd name="connsiteY6" fmla="*/ 367432 h 371552"/>
              <a:gd name="connsiteX7" fmla="*/ 3067 w 1143517"/>
              <a:gd name="connsiteY7" fmla="*/ 308716 h 371552"/>
              <a:gd name="connsiteX8" fmla="*/ 7186 w 1143517"/>
              <a:gd name="connsiteY8" fmla="*/ 128739 h 371552"/>
              <a:gd name="connsiteX0" fmla="*/ 7186 w 1143517"/>
              <a:gd name="connsiteY0" fmla="*/ 128739 h 375670"/>
              <a:gd name="connsiteX1" fmla="*/ 135925 w 1143517"/>
              <a:gd name="connsiteY1" fmla="*/ 0 h 375670"/>
              <a:gd name="connsiteX2" fmla="*/ 1014778 w 1143517"/>
              <a:gd name="connsiteY2" fmla="*/ 0 h 375670"/>
              <a:gd name="connsiteX3" fmla="*/ 1143517 w 1143517"/>
              <a:gd name="connsiteY3" fmla="*/ 128739 h 375670"/>
              <a:gd name="connsiteX4" fmla="*/ 1143517 w 1143517"/>
              <a:gd name="connsiteY4" fmla="*/ 242813 h 375670"/>
              <a:gd name="connsiteX5" fmla="*/ 1014778 w 1143517"/>
              <a:gd name="connsiteY5" fmla="*/ 371552 h 375670"/>
              <a:gd name="connsiteX6" fmla="*/ 0 w 1143517"/>
              <a:gd name="connsiteY6" fmla="*/ 375670 h 375670"/>
              <a:gd name="connsiteX7" fmla="*/ 3067 w 1143517"/>
              <a:gd name="connsiteY7" fmla="*/ 308716 h 375670"/>
              <a:gd name="connsiteX8" fmla="*/ 7186 w 1143517"/>
              <a:gd name="connsiteY8" fmla="*/ 128739 h 375670"/>
              <a:gd name="connsiteX0" fmla="*/ 7186 w 1143517"/>
              <a:gd name="connsiteY0" fmla="*/ 128739 h 375670"/>
              <a:gd name="connsiteX1" fmla="*/ 135925 w 1143517"/>
              <a:gd name="connsiteY1" fmla="*/ 0 h 375670"/>
              <a:gd name="connsiteX2" fmla="*/ 1014778 w 1143517"/>
              <a:gd name="connsiteY2" fmla="*/ 0 h 375670"/>
              <a:gd name="connsiteX3" fmla="*/ 1143517 w 1143517"/>
              <a:gd name="connsiteY3" fmla="*/ 128739 h 375670"/>
              <a:gd name="connsiteX4" fmla="*/ 1143517 w 1143517"/>
              <a:gd name="connsiteY4" fmla="*/ 242813 h 375670"/>
              <a:gd name="connsiteX5" fmla="*/ 1014778 w 1143517"/>
              <a:gd name="connsiteY5" fmla="*/ 371552 h 375670"/>
              <a:gd name="connsiteX6" fmla="*/ 0 w 1143517"/>
              <a:gd name="connsiteY6" fmla="*/ 375670 h 375670"/>
              <a:gd name="connsiteX7" fmla="*/ 3067 w 1143517"/>
              <a:gd name="connsiteY7" fmla="*/ 362261 h 375670"/>
              <a:gd name="connsiteX8" fmla="*/ 7186 w 1143517"/>
              <a:gd name="connsiteY8" fmla="*/ 128739 h 375670"/>
              <a:gd name="connsiteX0" fmla="*/ 354262 w 1490593"/>
              <a:gd name="connsiteY0" fmla="*/ 128739 h 375670"/>
              <a:gd name="connsiteX1" fmla="*/ 483001 w 1490593"/>
              <a:gd name="connsiteY1" fmla="*/ 0 h 375670"/>
              <a:gd name="connsiteX2" fmla="*/ 1361854 w 1490593"/>
              <a:gd name="connsiteY2" fmla="*/ 0 h 375670"/>
              <a:gd name="connsiteX3" fmla="*/ 1490593 w 1490593"/>
              <a:gd name="connsiteY3" fmla="*/ 128739 h 375670"/>
              <a:gd name="connsiteX4" fmla="*/ 1490593 w 1490593"/>
              <a:gd name="connsiteY4" fmla="*/ 242813 h 375670"/>
              <a:gd name="connsiteX5" fmla="*/ 1361854 w 1490593"/>
              <a:gd name="connsiteY5" fmla="*/ 371552 h 375670"/>
              <a:gd name="connsiteX6" fmla="*/ 347076 w 1490593"/>
              <a:gd name="connsiteY6" fmla="*/ 375670 h 375670"/>
              <a:gd name="connsiteX7" fmla="*/ 35 w 1490593"/>
              <a:gd name="connsiteY7" fmla="*/ 275763 h 375670"/>
              <a:gd name="connsiteX8" fmla="*/ 354262 w 1490593"/>
              <a:gd name="connsiteY8" fmla="*/ 128739 h 375670"/>
              <a:gd name="connsiteX0" fmla="*/ 85079 w 1221410"/>
              <a:gd name="connsiteY0" fmla="*/ 128739 h 375670"/>
              <a:gd name="connsiteX1" fmla="*/ 213818 w 1221410"/>
              <a:gd name="connsiteY1" fmla="*/ 0 h 375670"/>
              <a:gd name="connsiteX2" fmla="*/ 1092671 w 1221410"/>
              <a:gd name="connsiteY2" fmla="*/ 0 h 375670"/>
              <a:gd name="connsiteX3" fmla="*/ 1221410 w 1221410"/>
              <a:gd name="connsiteY3" fmla="*/ 128739 h 375670"/>
              <a:gd name="connsiteX4" fmla="*/ 1221410 w 1221410"/>
              <a:gd name="connsiteY4" fmla="*/ 242813 h 375670"/>
              <a:gd name="connsiteX5" fmla="*/ 1092671 w 1221410"/>
              <a:gd name="connsiteY5" fmla="*/ 371552 h 375670"/>
              <a:gd name="connsiteX6" fmla="*/ 77893 w 1221410"/>
              <a:gd name="connsiteY6" fmla="*/ 375670 h 375670"/>
              <a:gd name="connsiteX7" fmla="*/ 85079 w 1221410"/>
              <a:gd name="connsiteY7" fmla="*/ 128739 h 375670"/>
              <a:gd name="connsiteX0" fmla="*/ 79568 w 1215899"/>
              <a:gd name="connsiteY0" fmla="*/ 128739 h 375670"/>
              <a:gd name="connsiteX1" fmla="*/ 208307 w 1215899"/>
              <a:gd name="connsiteY1" fmla="*/ 0 h 375670"/>
              <a:gd name="connsiteX2" fmla="*/ 1087160 w 1215899"/>
              <a:gd name="connsiteY2" fmla="*/ 0 h 375670"/>
              <a:gd name="connsiteX3" fmla="*/ 1215899 w 1215899"/>
              <a:gd name="connsiteY3" fmla="*/ 128739 h 375670"/>
              <a:gd name="connsiteX4" fmla="*/ 1215899 w 1215899"/>
              <a:gd name="connsiteY4" fmla="*/ 242813 h 375670"/>
              <a:gd name="connsiteX5" fmla="*/ 1087160 w 1215899"/>
              <a:gd name="connsiteY5" fmla="*/ 371552 h 375670"/>
              <a:gd name="connsiteX6" fmla="*/ 72382 w 1215899"/>
              <a:gd name="connsiteY6" fmla="*/ 375670 h 375670"/>
              <a:gd name="connsiteX7" fmla="*/ 79568 w 1215899"/>
              <a:gd name="connsiteY7" fmla="*/ 128739 h 375670"/>
              <a:gd name="connsiteX0" fmla="*/ 7709 w 1144040"/>
              <a:gd name="connsiteY0" fmla="*/ 128739 h 375740"/>
              <a:gd name="connsiteX1" fmla="*/ 136448 w 1144040"/>
              <a:gd name="connsiteY1" fmla="*/ 0 h 375740"/>
              <a:gd name="connsiteX2" fmla="*/ 1015301 w 1144040"/>
              <a:gd name="connsiteY2" fmla="*/ 0 h 375740"/>
              <a:gd name="connsiteX3" fmla="*/ 1144040 w 1144040"/>
              <a:gd name="connsiteY3" fmla="*/ 128739 h 375740"/>
              <a:gd name="connsiteX4" fmla="*/ 1144040 w 1144040"/>
              <a:gd name="connsiteY4" fmla="*/ 242813 h 375740"/>
              <a:gd name="connsiteX5" fmla="*/ 1015301 w 1144040"/>
              <a:gd name="connsiteY5" fmla="*/ 371552 h 375740"/>
              <a:gd name="connsiteX6" fmla="*/ 523 w 1144040"/>
              <a:gd name="connsiteY6" fmla="*/ 375670 h 375740"/>
              <a:gd name="connsiteX7" fmla="*/ 7709 w 1144040"/>
              <a:gd name="connsiteY7" fmla="*/ 128739 h 375740"/>
              <a:gd name="connsiteX0" fmla="*/ 0 w 1136331"/>
              <a:gd name="connsiteY0" fmla="*/ 128739 h 375740"/>
              <a:gd name="connsiteX1" fmla="*/ 128739 w 1136331"/>
              <a:gd name="connsiteY1" fmla="*/ 0 h 375740"/>
              <a:gd name="connsiteX2" fmla="*/ 1007592 w 1136331"/>
              <a:gd name="connsiteY2" fmla="*/ 0 h 375740"/>
              <a:gd name="connsiteX3" fmla="*/ 1136331 w 1136331"/>
              <a:gd name="connsiteY3" fmla="*/ 128739 h 375740"/>
              <a:gd name="connsiteX4" fmla="*/ 1136331 w 1136331"/>
              <a:gd name="connsiteY4" fmla="*/ 242813 h 375740"/>
              <a:gd name="connsiteX5" fmla="*/ 1007592 w 1136331"/>
              <a:gd name="connsiteY5" fmla="*/ 371552 h 375740"/>
              <a:gd name="connsiteX6" fmla="*/ 5171 w 1136331"/>
              <a:gd name="connsiteY6" fmla="*/ 375670 h 375740"/>
              <a:gd name="connsiteX7" fmla="*/ 0 w 1136331"/>
              <a:gd name="connsiteY7" fmla="*/ 128739 h 37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6331" h="375740">
                <a:moveTo>
                  <a:pt x="0" y="128739"/>
                </a:moveTo>
                <a:cubicBezTo>
                  <a:pt x="0" y="57638"/>
                  <a:pt x="57638" y="0"/>
                  <a:pt x="128739" y="0"/>
                </a:cubicBezTo>
                <a:lnTo>
                  <a:pt x="1007592" y="0"/>
                </a:lnTo>
                <a:cubicBezTo>
                  <a:pt x="1078693" y="0"/>
                  <a:pt x="1136331" y="57638"/>
                  <a:pt x="1136331" y="128739"/>
                </a:cubicBezTo>
                <a:lnTo>
                  <a:pt x="1136331" y="242813"/>
                </a:lnTo>
                <a:cubicBezTo>
                  <a:pt x="1136331" y="313914"/>
                  <a:pt x="1078693" y="371552"/>
                  <a:pt x="1007592" y="371552"/>
                </a:cubicBezTo>
                <a:lnTo>
                  <a:pt x="5171" y="375670"/>
                </a:lnTo>
                <a:cubicBezTo>
                  <a:pt x="1995" y="380509"/>
                  <a:pt x="2060" y="133686"/>
                  <a:pt x="0" y="128739"/>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8">
            <a:extLst>
              <a:ext uri="{FF2B5EF4-FFF2-40B4-BE49-F238E27FC236}">
                <a16:creationId xmlns:a16="http://schemas.microsoft.com/office/drawing/2014/main" id="{56AABCAD-C29D-4D3C-9970-24A3AB65A38F}"/>
              </a:ext>
            </a:extLst>
          </p:cNvPr>
          <p:cNvSpPr>
            <a:spLocks noGrp="1"/>
          </p:cNvSpPr>
          <p:nvPr>
            <p:ph type="body" sz="quarter" idx="10"/>
          </p:nvPr>
        </p:nvSpPr>
        <p:spPr>
          <a:xfrm>
            <a:off x="838200" y="554299"/>
            <a:ext cx="10515600" cy="152350"/>
          </a:xfrm>
          <a:prstGeom prst="rect">
            <a:avLst/>
          </a:prstGeom>
        </p:spPr>
        <p:txBody>
          <a:bodyPr wrap="square" lIns="0" tIns="0" rIns="0" bIns="0">
            <a:noAutofit/>
          </a:bodyPr>
          <a:lstStyle>
            <a:lvl1pPr marL="0" indent="0">
              <a:lnSpc>
                <a:spcPct val="100000"/>
              </a:lnSpc>
              <a:spcBef>
                <a:spcPts val="0"/>
              </a:spcBef>
              <a:buNone/>
              <a:defRPr sz="1100" cap="all" spc="250" baseline="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buNone/>
              <a:defRPr sz="1100" cap="all" spc="25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dirty="0"/>
              <a:t>Click to edit Master text styles</a:t>
            </a:r>
          </a:p>
        </p:txBody>
      </p:sp>
      <p:grpSp>
        <p:nvGrpSpPr>
          <p:cNvPr id="13" name="Group 12">
            <a:extLst>
              <a:ext uri="{FF2B5EF4-FFF2-40B4-BE49-F238E27FC236}">
                <a16:creationId xmlns:a16="http://schemas.microsoft.com/office/drawing/2014/main" id="{EC814B03-FCAF-46B5-B309-0B8708931674}"/>
              </a:ext>
            </a:extLst>
          </p:cNvPr>
          <p:cNvGrpSpPr/>
          <p:nvPr userDrawn="1"/>
        </p:nvGrpSpPr>
        <p:grpSpPr>
          <a:xfrm>
            <a:off x="0" y="1203481"/>
            <a:ext cx="543560" cy="38331"/>
            <a:chOff x="3244850" y="3002280"/>
            <a:chExt cx="1752600" cy="152400"/>
          </a:xfrm>
          <a:solidFill>
            <a:schemeClr val="accent3"/>
          </a:solidFill>
        </p:grpSpPr>
        <p:sp>
          <p:nvSpPr>
            <p:cNvPr id="14" name="Rectangle 13">
              <a:extLst>
                <a:ext uri="{FF2B5EF4-FFF2-40B4-BE49-F238E27FC236}">
                  <a16:creationId xmlns:a16="http://schemas.microsoft.com/office/drawing/2014/main" id="{AF0C3924-89B4-4093-88D9-80573CE3E97C}"/>
                </a:ext>
              </a:extLst>
            </p:cNvPr>
            <p:cNvSpPr/>
            <p:nvPr/>
          </p:nvSpPr>
          <p:spPr>
            <a:xfrm>
              <a:off x="4121150" y="3002280"/>
              <a:ext cx="876300" cy="1524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FC19CA9-A5CE-4BF3-A6B8-F7A4E71A8AB3}"/>
                </a:ext>
              </a:extLst>
            </p:cNvPr>
            <p:cNvSpPr/>
            <p:nvPr/>
          </p:nvSpPr>
          <p:spPr>
            <a:xfrm>
              <a:off x="3244850" y="3002280"/>
              <a:ext cx="876300" cy="152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20" name="Rectangle: Rounded Corners 1">
            <a:extLst>
              <a:ext uri="{FF2B5EF4-FFF2-40B4-BE49-F238E27FC236}">
                <a16:creationId xmlns:a16="http://schemas.microsoft.com/office/drawing/2014/main" id="{501E6CB6-5040-4D72-9EBE-22281234A28C}"/>
              </a:ext>
            </a:extLst>
          </p:cNvPr>
          <p:cNvSpPr/>
          <p:nvPr userDrawn="1"/>
        </p:nvSpPr>
        <p:spPr>
          <a:xfrm>
            <a:off x="729350" y="919241"/>
            <a:ext cx="4415404" cy="571425"/>
          </a:xfrm>
          <a:custGeom>
            <a:avLst/>
            <a:gdLst>
              <a:gd name="connsiteX0" fmla="*/ 0 w 4415218"/>
              <a:gd name="connsiteY0" fmla="*/ 162183 h 562880"/>
              <a:gd name="connsiteX1" fmla="*/ 162183 w 4415218"/>
              <a:gd name="connsiteY1" fmla="*/ 0 h 562880"/>
              <a:gd name="connsiteX2" fmla="*/ 4253035 w 4415218"/>
              <a:gd name="connsiteY2" fmla="*/ 0 h 562880"/>
              <a:gd name="connsiteX3" fmla="*/ 4415218 w 4415218"/>
              <a:gd name="connsiteY3" fmla="*/ 162183 h 562880"/>
              <a:gd name="connsiteX4" fmla="*/ 4415218 w 4415218"/>
              <a:gd name="connsiteY4" fmla="*/ 400697 h 562880"/>
              <a:gd name="connsiteX5" fmla="*/ 4253035 w 4415218"/>
              <a:gd name="connsiteY5" fmla="*/ 562880 h 562880"/>
              <a:gd name="connsiteX6" fmla="*/ 162183 w 4415218"/>
              <a:gd name="connsiteY6" fmla="*/ 562880 h 562880"/>
              <a:gd name="connsiteX7" fmla="*/ 0 w 4415218"/>
              <a:gd name="connsiteY7" fmla="*/ 400697 h 562880"/>
              <a:gd name="connsiteX8" fmla="*/ 0 w 4415218"/>
              <a:gd name="connsiteY8" fmla="*/ 162183 h 562880"/>
              <a:gd name="connsiteX0" fmla="*/ 0 w 4415218"/>
              <a:gd name="connsiteY0" fmla="*/ 162183 h 562880"/>
              <a:gd name="connsiteX1" fmla="*/ 162183 w 4415218"/>
              <a:gd name="connsiteY1" fmla="*/ 0 h 562880"/>
              <a:gd name="connsiteX2" fmla="*/ 4253035 w 4415218"/>
              <a:gd name="connsiteY2" fmla="*/ 0 h 562880"/>
              <a:gd name="connsiteX3" fmla="*/ 4415218 w 4415218"/>
              <a:gd name="connsiteY3" fmla="*/ 162183 h 562880"/>
              <a:gd name="connsiteX4" fmla="*/ 4253035 w 4415218"/>
              <a:gd name="connsiteY4" fmla="*/ 562880 h 562880"/>
              <a:gd name="connsiteX5" fmla="*/ 162183 w 4415218"/>
              <a:gd name="connsiteY5" fmla="*/ 562880 h 562880"/>
              <a:gd name="connsiteX6" fmla="*/ 0 w 4415218"/>
              <a:gd name="connsiteY6" fmla="*/ 400697 h 562880"/>
              <a:gd name="connsiteX7" fmla="*/ 0 w 4415218"/>
              <a:gd name="connsiteY7" fmla="*/ 162183 h 562880"/>
              <a:gd name="connsiteX0" fmla="*/ 0 w 4415218"/>
              <a:gd name="connsiteY0" fmla="*/ 162183 h 571425"/>
              <a:gd name="connsiteX1" fmla="*/ 162183 w 4415218"/>
              <a:gd name="connsiteY1" fmla="*/ 0 h 571425"/>
              <a:gd name="connsiteX2" fmla="*/ 4253035 w 4415218"/>
              <a:gd name="connsiteY2" fmla="*/ 0 h 571425"/>
              <a:gd name="connsiteX3" fmla="*/ 4415218 w 4415218"/>
              <a:gd name="connsiteY3" fmla="*/ 162183 h 571425"/>
              <a:gd name="connsiteX4" fmla="*/ 4398313 w 4415218"/>
              <a:gd name="connsiteY4" fmla="*/ 571425 h 571425"/>
              <a:gd name="connsiteX5" fmla="*/ 162183 w 4415218"/>
              <a:gd name="connsiteY5" fmla="*/ 562880 h 571425"/>
              <a:gd name="connsiteX6" fmla="*/ 0 w 4415218"/>
              <a:gd name="connsiteY6" fmla="*/ 400697 h 571425"/>
              <a:gd name="connsiteX7" fmla="*/ 0 w 4415218"/>
              <a:gd name="connsiteY7" fmla="*/ 162183 h 571425"/>
              <a:gd name="connsiteX0" fmla="*/ 0 w 4415404"/>
              <a:gd name="connsiteY0" fmla="*/ 162183 h 571425"/>
              <a:gd name="connsiteX1" fmla="*/ 162183 w 4415404"/>
              <a:gd name="connsiteY1" fmla="*/ 0 h 571425"/>
              <a:gd name="connsiteX2" fmla="*/ 4253035 w 4415404"/>
              <a:gd name="connsiteY2" fmla="*/ 0 h 571425"/>
              <a:gd name="connsiteX3" fmla="*/ 4415218 w 4415404"/>
              <a:gd name="connsiteY3" fmla="*/ 162183 h 571425"/>
              <a:gd name="connsiteX4" fmla="*/ 4415404 w 4415404"/>
              <a:gd name="connsiteY4" fmla="*/ 571425 h 571425"/>
              <a:gd name="connsiteX5" fmla="*/ 162183 w 4415404"/>
              <a:gd name="connsiteY5" fmla="*/ 562880 h 571425"/>
              <a:gd name="connsiteX6" fmla="*/ 0 w 4415404"/>
              <a:gd name="connsiteY6" fmla="*/ 400697 h 571425"/>
              <a:gd name="connsiteX7" fmla="*/ 0 w 4415404"/>
              <a:gd name="connsiteY7" fmla="*/ 162183 h 57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5404" h="571425">
                <a:moveTo>
                  <a:pt x="0" y="162183"/>
                </a:moveTo>
                <a:cubicBezTo>
                  <a:pt x="0" y="72612"/>
                  <a:pt x="72612" y="0"/>
                  <a:pt x="162183" y="0"/>
                </a:cubicBezTo>
                <a:lnTo>
                  <a:pt x="4253035" y="0"/>
                </a:lnTo>
                <a:cubicBezTo>
                  <a:pt x="4342606" y="0"/>
                  <a:pt x="4415218" y="72612"/>
                  <a:pt x="4415218" y="162183"/>
                </a:cubicBezTo>
                <a:lnTo>
                  <a:pt x="4415404" y="571425"/>
                </a:lnTo>
                <a:lnTo>
                  <a:pt x="162183" y="562880"/>
                </a:lnTo>
                <a:cubicBezTo>
                  <a:pt x="72612" y="562880"/>
                  <a:pt x="0" y="490268"/>
                  <a:pt x="0" y="400697"/>
                </a:cubicBezTo>
                <a:lnTo>
                  <a:pt x="0" y="16218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8">
            <a:extLst>
              <a:ext uri="{FF2B5EF4-FFF2-40B4-BE49-F238E27FC236}">
                <a16:creationId xmlns:a16="http://schemas.microsoft.com/office/drawing/2014/main" id="{33E99C10-FF75-45FB-B367-EF2A6C0678FA}"/>
              </a:ext>
            </a:extLst>
          </p:cNvPr>
          <p:cNvSpPr>
            <a:spLocks noGrp="1"/>
          </p:cNvSpPr>
          <p:nvPr>
            <p:ph type="title"/>
          </p:nvPr>
        </p:nvSpPr>
        <p:spPr>
          <a:xfrm>
            <a:off x="917890" y="989484"/>
            <a:ext cx="10538460" cy="508179"/>
          </a:xfrm>
          <a:prstGeom prst="rect">
            <a:avLst/>
          </a:prstGeom>
          <a:noFill/>
        </p:spPr>
        <p:txBody>
          <a:bodyPr lIns="0" tIns="0" rIns="0" bIns="0" anchor="t" anchorCtr="0"/>
          <a:lstStyle>
            <a:lvl1pPr>
              <a:defRPr sz="32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dirty="0"/>
              <a:t>Click to edit Master title style</a:t>
            </a:r>
          </a:p>
        </p:txBody>
      </p:sp>
      <p:sp>
        <p:nvSpPr>
          <p:cNvPr id="10" name="Oval 9">
            <a:extLst>
              <a:ext uri="{FF2B5EF4-FFF2-40B4-BE49-F238E27FC236}">
                <a16:creationId xmlns:a16="http://schemas.microsoft.com/office/drawing/2014/main" id="{4DE95B6C-387B-4798-B0EF-6CFF24D78692}"/>
              </a:ext>
            </a:extLst>
          </p:cNvPr>
          <p:cNvSpPr/>
          <p:nvPr userDrawn="1"/>
        </p:nvSpPr>
        <p:spPr>
          <a:xfrm>
            <a:off x="11525250" y="373592"/>
            <a:ext cx="293159" cy="293159"/>
          </a:xfrm>
          <a:prstGeom prst="ellipse">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CFD7910-B16A-43C9-8D2C-F5D91AE5C32C}"/>
              </a:ext>
            </a:extLst>
          </p:cNvPr>
          <p:cNvSpPr txBox="1"/>
          <p:nvPr userDrawn="1"/>
        </p:nvSpPr>
        <p:spPr>
          <a:xfrm>
            <a:off x="11487679" y="435532"/>
            <a:ext cx="368300" cy="169277"/>
          </a:xfrm>
          <a:prstGeom prst="rect">
            <a:avLst/>
          </a:prstGeom>
          <a:noFill/>
        </p:spPr>
        <p:txBody>
          <a:bodyPr wrap="square" lIns="0" tIns="0" rIns="0" bIns="0" rtlCol="0">
            <a:spAutoFit/>
          </a:bodyPr>
          <a:lstStyle/>
          <a:p>
            <a:pPr algn="ctr"/>
            <a:fld id="{ADFD2030-097E-4139-82A5-CA245ACEE337}" type="slidenum">
              <a:rPr lang="en-US" sz="1100" cap="none" spc="0" baseline="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100" cap="none" spc="0" baseline="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90667095"/>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Welcome Slide">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D498F27F-3591-4F40-BA30-BC84ADF1E59D}"/>
              </a:ext>
            </a:extLst>
          </p:cNvPr>
          <p:cNvSpPr>
            <a:spLocks noGrp="1"/>
          </p:cNvSpPr>
          <p:nvPr>
            <p:ph type="pic" sz="quarter" idx="14"/>
          </p:nvPr>
        </p:nvSpPr>
        <p:spPr>
          <a:xfrm>
            <a:off x="1552073" y="1467854"/>
            <a:ext cx="3493283" cy="3489158"/>
          </a:xfrm>
          <a:custGeom>
            <a:avLst/>
            <a:gdLst>
              <a:gd name="connsiteX0" fmla="*/ 0 w 1828800"/>
              <a:gd name="connsiteY0" fmla="*/ 672267 h 1828800"/>
              <a:gd name="connsiteX1" fmla="*/ 672267 w 1828800"/>
              <a:gd name="connsiteY1" fmla="*/ 0 h 1828800"/>
              <a:gd name="connsiteX2" fmla="*/ 1156533 w 1828800"/>
              <a:gd name="connsiteY2" fmla="*/ 0 h 1828800"/>
              <a:gd name="connsiteX3" fmla="*/ 1828800 w 1828800"/>
              <a:gd name="connsiteY3" fmla="*/ 672267 h 1828800"/>
              <a:gd name="connsiteX4" fmla="*/ 1828800 w 1828800"/>
              <a:gd name="connsiteY4" fmla="*/ 1156533 h 1828800"/>
              <a:gd name="connsiteX5" fmla="*/ 1156533 w 1828800"/>
              <a:gd name="connsiteY5" fmla="*/ 1828800 h 1828800"/>
              <a:gd name="connsiteX6" fmla="*/ 672267 w 1828800"/>
              <a:gd name="connsiteY6" fmla="*/ 1828800 h 1828800"/>
              <a:gd name="connsiteX7" fmla="*/ 0 w 1828800"/>
              <a:gd name="connsiteY7" fmla="*/ 1156533 h 1828800"/>
              <a:gd name="connsiteX8" fmla="*/ 0 w 1828800"/>
              <a:gd name="connsiteY8" fmla="*/ 672267 h 1828800"/>
              <a:gd name="connsiteX0" fmla="*/ 0 w 1828800"/>
              <a:gd name="connsiteY0" fmla="*/ 672267 h 1828800"/>
              <a:gd name="connsiteX1" fmla="*/ 672267 w 1828800"/>
              <a:gd name="connsiteY1" fmla="*/ 0 h 1828800"/>
              <a:gd name="connsiteX2" fmla="*/ 1156533 w 1828800"/>
              <a:gd name="connsiteY2" fmla="*/ 0 h 1828800"/>
              <a:gd name="connsiteX3" fmla="*/ 1828800 w 1828800"/>
              <a:gd name="connsiteY3" fmla="*/ 672267 h 1828800"/>
              <a:gd name="connsiteX4" fmla="*/ 1828800 w 1828800"/>
              <a:gd name="connsiteY4" fmla="*/ 1156533 h 1828800"/>
              <a:gd name="connsiteX5" fmla="*/ 1156533 w 1828800"/>
              <a:gd name="connsiteY5" fmla="*/ 1828800 h 1828800"/>
              <a:gd name="connsiteX6" fmla="*/ 672267 w 1828800"/>
              <a:gd name="connsiteY6" fmla="*/ 1828800 h 1828800"/>
              <a:gd name="connsiteX7" fmla="*/ 0 w 1828800"/>
              <a:gd name="connsiteY7" fmla="*/ 672267 h 1828800"/>
              <a:gd name="connsiteX0" fmla="*/ 26758 w 1855558"/>
              <a:gd name="connsiteY0" fmla="*/ 672267 h 1845891"/>
              <a:gd name="connsiteX1" fmla="*/ 699025 w 1855558"/>
              <a:gd name="connsiteY1" fmla="*/ 0 h 1845891"/>
              <a:gd name="connsiteX2" fmla="*/ 1183291 w 1855558"/>
              <a:gd name="connsiteY2" fmla="*/ 0 h 1845891"/>
              <a:gd name="connsiteX3" fmla="*/ 1855558 w 1855558"/>
              <a:gd name="connsiteY3" fmla="*/ 672267 h 1845891"/>
              <a:gd name="connsiteX4" fmla="*/ 1855558 w 1855558"/>
              <a:gd name="connsiteY4" fmla="*/ 1156533 h 1845891"/>
              <a:gd name="connsiteX5" fmla="*/ 1183291 w 1855558"/>
              <a:gd name="connsiteY5" fmla="*/ 1828800 h 1845891"/>
              <a:gd name="connsiteX6" fmla="*/ 117911 w 1855558"/>
              <a:gd name="connsiteY6" fmla="*/ 1845891 h 1845891"/>
              <a:gd name="connsiteX7" fmla="*/ 26758 w 1855558"/>
              <a:gd name="connsiteY7" fmla="*/ 672267 h 1845891"/>
              <a:gd name="connsiteX0" fmla="*/ 0 w 1828800"/>
              <a:gd name="connsiteY0" fmla="*/ 672267 h 1845891"/>
              <a:gd name="connsiteX1" fmla="*/ 672267 w 1828800"/>
              <a:gd name="connsiteY1" fmla="*/ 0 h 1845891"/>
              <a:gd name="connsiteX2" fmla="*/ 1156533 w 1828800"/>
              <a:gd name="connsiteY2" fmla="*/ 0 h 1845891"/>
              <a:gd name="connsiteX3" fmla="*/ 1828800 w 1828800"/>
              <a:gd name="connsiteY3" fmla="*/ 672267 h 1845891"/>
              <a:gd name="connsiteX4" fmla="*/ 1828800 w 1828800"/>
              <a:gd name="connsiteY4" fmla="*/ 1156533 h 1845891"/>
              <a:gd name="connsiteX5" fmla="*/ 1156533 w 1828800"/>
              <a:gd name="connsiteY5" fmla="*/ 1828800 h 1845891"/>
              <a:gd name="connsiteX6" fmla="*/ 91153 w 1828800"/>
              <a:gd name="connsiteY6" fmla="*/ 1845891 h 1845891"/>
              <a:gd name="connsiteX7" fmla="*/ 0 w 1828800"/>
              <a:gd name="connsiteY7" fmla="*/ 672267 h 1845891"/>
              <a:gd name="connsiteX0" fmla="*/ 0 w 1828800"/>
              <a:gd name="connsiteY0" fmla="*/ 672267 h 1837345"/>
              <a:gd name="connsiteX1" fmla="*/ 672267 w 1828800"/>
              <a:gd name="connsiteY1" fmla="*/ 0 h 1837345"/>
              <a:gd name="connsiteX2" fmla="*/ 1156533 w 1828800"/>
              <a:gd name="connsiteY2" fmla="*/ 0 h 1837345"/>
              <a:gd name="connsiteX3" fmla="*/ 1828800 w 1828800"/>
              <a:gd name="connsiteY3" fmla="*/ 672267 h 1837345"/>
              <a:gd name="connsiteX4" fmla="*/ 1828800 w 1828800"/>
              <a:gd name="connsiteY4" fmla="*/ 1156533 h 1837345"/>
              <a:gd name="connsiteX5" fmla="*/ 1156533 w 1828800"/>
              <a:gd name="connsiteY5" fmla="*/ 1828800 h 1837345"/>
              <a:gd name="connsiteX6" fmla="*/ 14241 w 1828800"/>
              <a:gd name="connsiteY6" fmla="*/ 1837345 h 1837345"/>
              <a:gd name="connsiteX7" fmla="*/ 0 w 1828800"/>
              <a:gd name="connsiteY7" fmla="*/ 672267 h 1837345"/>
              <a:gd name="connsiteX0" fmla="*/ 2162 w 1830962"/>
              <a:gd name="connsiteY0" fmla="*/ 672267 h 1828800"/>
              <a:gd name="connsiteX1" fmla="*/ 674429 w 1830962"/>
              <a:gd name="connsiteY1" fmla="*/ 0 h 1828800"/>
              <a:gd name="connsiteX2" fmla="*/ 1158695 w 1830962"/>
              <a:gd name="connsiteY2" fmla="*/ 0 h 1828800"/>
              <a:gd name="connsiteX3" fmla="*/ 1830962 w 1830962"/>
              <a:gd name="connsiteY3" fmla="*/ 672267 h 1828800"/>
              <a:gd name="connsiteX4" fmla="*/ 1830962 w 1830962"/>
              <a:gd name="connsiteY4" fmla="*/ 1156533 h 1828800"/>
              <a:gd name="connsiteX5" fmla="*/ 1158695 w 1830962"/>
              <a:gd name="connsiteY5" fmla="*/ 1828800 h 1828800"/>
              <a:gd name="connsiteX6" fmla="*/ 7857 w 1830962"/>
              <a:gd name="connsiteY6" fmla="*/ 1828799 h 1828800"/>
              <a:gd name="connsiteX7" fmla="*/ 2162 w 1830962"/>
              <a:gd name="connsiteY7" fmla="*/ 672267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0962" h="1828800">
                <a:moveTo>
                  <a:pt x="2162" y="672267"/>
                </a:moveTo>
                <a:cubicBezTo>
                  <a:pt x="2162" y="300984"/>
                  <a:pt x="303146" y="0"/>
                  <a:pt x="674429" y="0"/>
                </a:cubicBezTo>
                <a:lnTo>
                  <a:pt x="1158695" y="0"/>
                </a:lnTo>
                <a:cubicBezTo>
                  <a:pt x="1529978" y="0"/>
                  <a:pt x="1830962" y="300984"/>
                  <a:pt x="1830962" y="672267"/>
                </a:cubicBezTo>
                <a:lnTo>
                  <a:pt x="1830962" y="1156533"/>
                </a:lnTo>
                <a:cubicBezTo>
                  <a:pt x="1830962" y="1527816"/>
                  <a:pt x="1529978" y="1828800"/>
                  <a:pt x="1158695" y="1828800"/>
                </a:cubicBezTo>
                <a:lnTo>
                  <a:pt x="7857" y="1828799"/>
                </a:lnTo>
                <a:cubicBezTo>
                  <a:pt x="-5437" y="1815506"/>
                  <a:pt x="2162" y="977067"/>
                  <a:pt x="2162" y="672267"/>
                </a:cubicBezTo>
                <a:close/>
              </a:path>
            </a:pathLst>
          </a:custGeom>
        </p:spPr>
        <p:txBody>
          <a:bodyPr/>
          <a:lstStyle/>
          <a:p>
            <a:endParaRPr lang="en-US" dirty="0"/>
          </a:p>
        </p:txBody>
      </p:sp>
      <p:sp>
        <p:nvSpPr>
          <p:cNvPr id="4" name="Oval 3">
            <a:extLst>
              <a:ext uri="{FF2B5EF4-FFF2-40B4-BE49-F238E27FC236}">
                <a16:creationId xmlns:a16="http://schemas.microsoft.com/office/drawing/2014/main" id="{2AAE5D72-CA20-478C-BBC6-2AA99E2766B4}"/>
              </a:ext>
            </a:extLst>
          </p:cNvPr>
          <p:cNvSpPr/>
          <p:nvPr userDrawn="1"/>
        </p:nvSpPr>
        <p:spPr>
          <a:xfrm>
            <a:off x="11525250" y="373592"/>
            <a:ext cx="293159" cy="293159"/>
          </a:xfrm>
          <a:prstGeom prst="ellipse">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8A06486-FB5D-4BA6-AE81-95C0BA7E1283}"/>
              </a:ext>
            </a:extLst>
          </p:cNvPr>
          <p:cNvSpPr txBox="1"/>
          <p:nvPr userDrawn="1"/>
        </p:nvSpPr>
        <p:spPr>
          <a:xfrm>
            <a:off x="11487679" y="435532"/>
            <a:ext cx="368300" cy="169277"/>
          </a:xfrm>
          <a:prstGeom prst="rect">
            <a:avLst/>
          </a:prstGeom>
          <a:noFill/>
        </p:spPr>
        <p:txBody>
          <a:bodyPr wrap="square" lIns="0" tIns="0" rIns="0" bIns="0" rtlCol="0">
            <a:spAutoFit/>
          </a:bodyPr>
          <a:lstStyle/>
          <a:p>
            <a:pPr algn="ctr"/>
            <a:fld id="{ADFD2030-097E-4139-82A5-CA245ACEE337}" type="slidenum">
              <a:rPr lang="en-US" sz="1100" cap="none" spc="0" baseline="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100" cap="none" spc="0" baseline="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49004485"/>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1A1DE965-69D9-04A7-8CC6-F98CD8DB25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4CD6D02B-3437-094A-065E-5BB0672707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70647D99-9D39-9771-F56A-8C922832D6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9A1133-2176-488E-A26E-537B0E0C17A1}" type="datetimeFigureOut">
              <a:rPr lang="en-US" smtClean="0"/>
              <a:t>7/27/2024</a:t>
            </a:fld>
            <a:endParaRPr lang="en-US"/>
          </a:p>
        </p:txBody>
      </p:sp>
      <p:sp>
        <p:nvSpPr>
          <p:cNvPr id="5" name="Chỗ dành sẵn cho Chân trang 4">
            <a:extLst>
              <a:ext uri="{FF2B5EF4-FFF2-40B4-BE49-F238E27FC236}">
                <a16:creationId xmlns:a16="http://schemas.microsoft.com/office/drawing/2014/main" id="{303909AF-87C5-B15E-638D-EEFE6E4429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Chỗ dành sẵn cho Số hiệu Bản chiếu 5">
            <a:extLst>
              <a:ext uri="{FF2B5EF4-FFF2-40B4-BE49-F238E27FC236}">
                <a16:creationId xmlns:a16="http://schemas.microsoft.com/office/drawing/2014/main" id="{78769C04-FCAC-7BAC-6D1F-CDE25888AB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698483-0287-4B3D-AF6D-609033EE912E}" type="slidenum">
              <a:rPr lang="en-US" smtClean="0"/>
              <a:t>‹#›</a:t>
            </a:fld>
            <a:endParaRPr lang="en-US"/>
          </a:p>
        </p:txBody>
      </p:sp>
    </p:spTree>
    <p:extLst>
      <p:ext uri="{BB962C8B-B14F-4D97-AF65-F5344CB8AC3E}">
        <p14:creationId xmlns:p14="http://schemas.microsoft.com/office/powerpoint/2010/main" val="3670294239"/>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70" r:id="rId12"/>
    <p:sldLayoutId id="2147483771" r:id="rId13"/>
    <p:sldLayoutId id="2147483778" r:id="rId14"/>
    <p:sldLayoutId id="2147483783" r:id="rId15"/>
    <p:sldLayoutId id="2147483784" r:id="rId16"/>
    <p:sldLayoutId id="2147483789" r:id="rId17"/>
    <p:sldLayoutId id="2147483790"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3.jpeg"/><Relationship Id="rId2" Type="http://schemas.openxmlformats.org/officeDocument/2006/relationships/image" Target="../media/image13.png"/><Relationship Id="rId1" Type="http://schemas.openxmlformats.org/officeDocument/2006/relationships/slideLayout" Target="../slideLayouts/slideLayout16.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17.xml"/><Relationship Id="rId6" Type="http://schemas.openxmlformats.org/officeDocument/2006/relationships/image" Target="../media/image31.jpg"/><Relationship Id="rId5" Type="http://schemas.openxmlformats.org/officeDocument/2006/relationships/image" Target="../media/image30.jpg"/><Relationship Id="rId4" Type="http://schemas.openxmlformats.org/officeDocument/2006/relationships/image" Target="../media/image29.jpg"/></Relationships>
</file>

<file path=ppt/slides/_rels/slide1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17.xml"/><Relationship Id="rId6" Type="http://schemas.openxmlformats.org/officeDocument/2006/relationships/image" Target="../media/image36.jpg"/><Relationship Id="rId5" Type="http://schemas.openxmlformats.org/officeDocument/2006/relationships/image" Target="../media/image35.jpg"/><Relationship Id="rId4" Type="http://schemas.openxmlformats.org/officeDocument/2006/relationships/image" Target="../media/image34.jpg"/></Relationships>
</file>

<file path=ppt/slides/_rels/slide1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40.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9.png"/><Relationship Id="rId1" Type="http://schemas.openxmlformats.org/officeDocument/2006/relationships/slideLayout" Target="../slideLayouts/slideLayout15.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7.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jpg"/><Relationship Id="rId2" Type="http://schemas.openxmlformats.org/officeDocument/2006/relationships/image" Target="../media/image38.png"/><Relationship Id="rId1" Type="http://schemas.openxmlformats.org/officeDocument/2006/relationships/slideLayout" Target="../slideLayouts/slideLayout17.xml"/><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3.png"/><Relationship Id="rId9"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7.xml"/><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5801850" y="2862397"/>
            <a:ext cx="838200" cy="76200"/>
            <a:chOff x="3244850" y="3002280"/>
            <a:chExt cx="1752600" cy="152400"/>
          </a:xfrm>
          <a:solidFill>
            <a:schemeClr val="accent3"/>
          </a:solidFill>
        </p:grpSpPr>
        <p:sp>
          <p:nvSpPr>
            <p:cNvPr id="8" name="Rectangle 7"/>
            <p:cNvSpPr/>
            <p:nvPr/>
          </p:nvSpPr>
          <p:spPr>
            <a:xfrm>
              <a:off x="4121150" y="3002280"/>
              <a:ext cx="8763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17">
            <a:extLst>
              <a:ext uri="{FF2B5EF4-FFF2-40B4-BE49-F238E27FC236}">
                <a16:creationId xmlns:a16="http://schemas.microsoft.com/office/drawing/2014/main" id="{8D47BE89-34B8-2051-9139-32C5AA99DCBA}"/>
              </a:ext>
            </a:extLst>
          </p:cNvPr>
          <p:cNvSpPr/>
          <p:nvPr/>
        </p:nvSpPr>
        <p:spPr>
          <a:xfrm>
            <a:off x="5801850" y="3036921"/>
            <a:ext cx="6210706" cy="1723549"/>
          </a:xfrm>
          <a:prstGeom prst="rect">
            <a:avLst/>
          </a:prstGeom>
        </p:spPr>
        <p:txBody>
          <a:bodyPr wrap="square" lIns="0" tIns="0" rIns="0" bIns="0" anchor="t" anchorCtr="0">
            <a:spAutoFit/>
          </a:bodyPr>
          <a:lstStyle/>
          <a:p>
            <a:pPr defTabSz="1828800">
              <a:spcBef>
                <a:spcPct val="0"/>
              </a:spcBef>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Development Of Yolo Machine Learning Model And Real-time Streaming Operational Parameters Of CO2 Micro Algae Capture Pilot</a:t>
            </a:r>
            <a:endParaRPr lang="tr-TR"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17">
            <a:extLst>
              <a:ext uri="{FF2B5EF4-FFF2-40B4-BE49-F238E27FC236}">
                <a16:creationId xmlns:a16="http://schemas.microsoft.com/office/drawing/2014/main" id="{CF7C5FA3-08DB-86BC-293D-C6C88F0E83D7}"/>
              </a:ext>
            </a:extLst>
          </p:cNvPr>
          <p:cNvSpPr/>
          <p:nvPr/>
        </p:nvSpPr>
        <p:spPr>
          <a:xfrm>
            <a:off x="5718277" y="1596495"/>
            <a:ext cx="6210706" cy="553998"/>
          </a:xfrm>
          <a:prstGeom prst="rect">
            <a:avLst/>
          </a:prstGeom>
        </p:spPr>
        <p:txBody>
          <a:bodyPr wrap="square" lIns="0" tIns="0" rIns="0" bIns="0" anchor="t" anchorCtr="0">
            <a:spAutoFit/>
          </a:bodyPr>
          <a:lstStyle/>
          <a:p>
            <a:pPr defTabSz="1828800">
              <a:spcBef>
                <a:spcPct val="0"/>
              </a:spcBef>
            </a:pPr>
            <a:r>
              <a:rPr lang="en-US"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KHÓA LUẬN TỐT NGHIỆP</a:t>
            </a:r>
            <a:endParaRPr lang="tr-TR"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17">
            <a:extLst>
              <a:ext uri="{FF2B5EF4-FFF2-40B4-BE49-F238E27FC236}">
                <a16:creationId xmlns:a16="http://schemas.microsoft.com/office/drawing/2014/main" id="{ACDE4A4C-ABCC-D932-EFD6-BB88D7DCDEBA}"/>
              </a:ext>
            </a:extLst>
          </p:cNvPr>
          <p:cNvSpPr/>
          <p:nvPr/>
        </p:nvSpPr>
        <p:spPr>
          <a:xfrm>
            <a:off x="5801850" y="2462477"/>
            <a:ext cx="6210706" cy="369332"/>
          </a:xfrm>
          <a:prstGeom prst="rect">
            <a:avLst/>
          </a:prstGeom>
        </p:spPr>
        <p:txBody>
          <a:bodyPr wrap="square" lIns="0" tIns="0" rIns="0" bIns="0" anchor="t" anchorCtr="0">
            <a:spAutoFit/>
          </a:bodyPr>
          <a:lstStyle/>
          <a:p>
            <a:pPr defTabSz="1828800">
              <a:spcBef>
                <a:spcPct val="0"/>
              </a:spcBef>
            </a:pPr>
            <a:r>
              <a:rPr 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Đề</a:t>
            </a: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tài</a:t>
            </a: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endParaRPr lang="tr-TR" sz="2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81481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20"/>
          <p:cNvSpPr/>
          <p:nvPr/>
        </p:nvSpPr>
        <p:spPr>
          <a:xfrm>
            <a:off x="6418210" y="6544864"/>
            <a:ext cx="231775" cy="230187"/>
          </a:xfrm>
          <a:custGeom>
            <a:avLst/>
            <a:gdLst/>
            <a:ahLst/>
            <a:cxnLst/>
            <a:rect l="l" t="t" r="r" b="b"/>
            <a:pathLst>
              <a:path w="228600" h="228600">
                <a:moveTo>
                  <a:pt x="114077" y="57150"/>
                </a:moveTo>
                <a:cubicBezTo>
                  <a:pt x="116012" y="57150"/>
                  <a:pt x="117723" y="57819"/>
                  <a:pt x="119212" y="59159"/>
                </a:cubicBezTo>
                <a:cubicBezTo>
                  <a:pt x="120700" y="60498"/>
                  <a:pt x="121444" y="62210"/>
                  <a:pt x="121444" y="64293"/>
                </a:cubicBezTo>
                <a:lnTo>
                  <a:pt x="121444" y="145107"/>
                </a:lnTo>
                <a:lnTo>
                  <a:pt x="147787" y="118764"/>
                </a:lnTo>
                <a:cubicBezTo>
                  <a:pt x="151061" y="115490"/>
                  <a:pt x="154335" y="115490"/>
                  <a:pt x="157609" y="118764"/>
                </a:cubicBezTo>
                <a:cubicBezTo>
                  <a:pt x="159098" y="120253"/>
                  <a:pt x="159842" y="121964"/>
                  <a:pt x="159842" y="123899"/>
                </a:cubicBezTo>
                <a:cubicBezTo>
                  <a:pt x="159842" y="125834"/>
                  <a:pt x="159098" y="127545"/>
                  <a:pt x="157609" y="129034"/>
                </a:cubicBezTo>
                <a:lnTo>
                  <a:pt x="114300" y="171003"/>
                </a:lnTo>
                <a:lnTo>
                  <a:pt x="70991" y="129034"/>
                </a:lnTo>
                <a:cubicBezTo>
                  <a:pt x="67717" y="125462"/>
                  <a:pt x="67791" y="122039"/>
                  <a:pt x="71215" y="118764"/>
                </a:cubicBezTo>
                <a:cubicBezTo>
                  <a:pt x="74638" y="115490"/>
                  <a:pt x="77986" y="115490"/>
                  <a:pt x="81260" y="118764"/>
                </a:cubicBezTo>
                <a:lnTo>
                  <a:pt x="107156" y="144661"/>
                </a:lnTo>
                <a:lnTo>
                  <a:pt x="107156" y="64293"/>
                </a:lnTo>
                <a:cubicBezTo>
                  <a:pt x="107156" y="62210"/>
                  <a:pt x="107826" y="60498"/>
                  <a:pt x="109166" y="59159"/>
                </a:cubicBezTo>
                <a:cubicBezTo>
                  <a:pt x="110505" y="57819"/>
                  <a:pt x="112142" y="57150"/>
                  <a:pt x="114077" y="57150"/>
                </a:cubicBezTo>
                <a:close/>
                <a:moveTo>
                  <a:pt x="114300" y="14287"/>
                </a:moveTo>
                <a:cubicBezTo>
                  <a:pt x="86618" y="14287"/>
                  <a:pt x="63029" y="24035"/>
                  <a:pt x="43532" y="43532"/>
                </a:cubicBezTo>
                <a:cubicBezTo>
                  <a:pt x="24036" y="63028"/>
                  <a:pt x="14288" y="86618"/>
                  <a:pt x="14288" y="114300"/>
                </a:cubicBezTo>
                <a:cubicBezTo>
                  <a:pt x="14288" y="141982"/>
                  <a:pt x="24036" y="165571"/>
                  <a:pt x="43532" y="185067"/>
                </a:cubicBezTo>
                <a:cubicBezTo>
                  <a:pt x="63029" y="204564"/>
                  <a:pt x="86618" y="214312"/>
                  <a:pt x="114300" y="214312"/>
                </a:cubicBezTo>
                <a:cubicBezTo>
                  <a:pt x="141982" y="214312"/>
                  <a:pt x="165646" y="204564"/>
                  <a:pt x="185291" y="185067"/>
                </a:cubicBezTo>
                <a:cubicBezTo>
                  <a:pt x="204937" y="165571"/>
                  <a:pt x="214759" y="141982"/>
                  <a:pt x="214759" y="114300"/>
                </a:cubicBezTo>
                <a:cubicBezTo>
                  <a:pt x="214759" y="86618"/>
                  <a:pt x="204937" y="63028"/>
                  <a:pt x="185291" y="43532"/>
                </a:cubicBezTo>
                <a:cubicBezTo>
                  <a:pt x="165646" y="24035"/>
                  <a:pt x="141982" y="14287"/>
                  <a:pt x="114300" y="14287"/>
                </a:cubicBezTo>
                <a:close/>
                <a:moveTo>
                  <a:pt x="114300" y="0"/>
                </a:moveTo>
                <a:cubicBezTo>
                  <a:pt x="145852" y="0"/>
                  <a:pt x="172790" y="11162"/>
                  <a:pt x="195114" y="33486"/>
                </a:cubicBezTo>
                <a:cubicBezTo>
                  <a:pt x="217438" y="55810"/>
                  <a:pt x="228600" y="82748"/>
                  <a:pt x="228600" y="114300"/>
                </a:cubicBezTo>
                <a:cubicBezTo>
                  <a:pt x="228600" y="145851"/>
                  <a:pt x="217438" y="172789"/>
                  <a:pt x="195114" y="195113"/>
                </a:cubicBezTo>
                <a:cubicBezTo>
                  <a:pt x="172790" y="217438"/>
                  <a:pt x="145852" y="228600"/>
                  <a:pt x="114300" y="228600"/>
                </a:cubicBezTo>
                <a:cubicBezTo>
                  <a:pt x="82749" y="228600"/>
                  <a:pt x="55811" y="217438"/>
                  <a:pt x="33487" y="195113"/>
                </a:cubicBezTo>
                <a:cubicBezTo>
                  <a:pt x="11162" y="172789"/>
                  <a:pt x="0" y="145851"/>
                  <a:pt x="0" y="114300"/>
                </a:cubicBezTo>
                <a:cubicBezTo>
                  <a:pt x="0" y="82748"/>
                  <a:pt x="11162" y="55810"/>
                  <a:pt x="33487" y="33486"/>
                </a:cubicBezTo>
                <a:cubicBezTo>
                  <a:pt x="55811" y="11162"/>
                  <a:pt x="82749" y="0"/>
                  <a:pt x="114300" y="0"/>
                </a:cubicBezTo>
                <a:close/>
              </a:path>
            </a:pathLst>
          </a:custGeom>
          <a:solidFill>
            <a:schemeClr val="bg1">
              <a:lumMod val="65000"/>
            </a:schemeClr>
          </a:solidFill>
          <a:ln>
            <a:noFill/>
          </a:ln>
          <a:effectLst/>
        </p:spPr>
        <p:txBody>
          <a:bodyPr/>
          <a:lstStyle/>
          <a:p>
            <a:pPr eaLnBrk="1" fontAlgn="auto" hangingPunct="1">
              <a:spcBef>
                <a:spcPts val="0"/>
              </a:spcBef>
              <a:spcAft>
                <a:spcPts val="0"/>
              </a:spcAft>
              <a:defRPr/>
            </a:pPr>
            <a:endParaRPr lang="en-US">
              <a:latin typeface="+mn-lt"/>
            </a:endParaRPr>
          </a:p>
        </p:txBody>
      </p:sp>
      <p:sp>
        <p:nvSpPr>
          <p:cNvPr id="22" name="Text Placeholder 14"/>
          <p:cNvSpPr txBox="1">
            <a:spLocks/>
          </p:cNvSpPr>
          <p:nvPr/>
        </p:nvSpPr>
        <p:spPr>
          <a:xfrm>
            <a:off x="373732" y="112845"/>
            <a:ext cx="7541134" cy="370525"/>
          </a:xfrm>
          <a:prstGeom prst="rect">
            <a:avLst/>
          </a:prstGeom>
        </p:spPr>
        <p:txBody>
          <a:bodyPr/>
          <a:lstStyle>
            <a:lvl1pPr marL="343037" indent="-343037" algn="l" defTabSz="457383" rtl="0" eaLnBrk="1" latinLnBrk="0" hangingPunct="1">
              <a:spcBef>
                <a:spcPct val="20000"/>
              </a:spcBef>
              <a:buFont typeface="Arial"/>
              <a:buChar char="•"/>
              <a:defRPr sz="3201" kern="1200">
                <a:solidFill>
                  <a:schemeClr val="tx1"/>
                </a:solidFill>
                <a:latin typeface="+mn-lt"/>
                <a:ea typeface="+mn-ea"/>
                <a:cs typeface="+mn-cs"/>
              </a:defRPr>
            </a:lvl1pPr>
            <a:lvl2pPr marL="743247" indent="-285864" algn="l" defTabSz="457383" rtl="0" eaLnBrk="1" latinLnBrk="0" hangingPunct="1">
              <a:spcBef>
                <a:spcPct val="20000"/>
              </a:spcBef>
              <a:buFont typeface="Arial"/>
              <a:buChar char="–"/>
              <a:defRPr sz="2801" kern="1200">
                <a:solidFill>
                  <a:schemeClr val="tx1"/>
                </a:solidFill>
                <a:latin typeface="+mn-lt"/>
                <a:ea typeface="+mn-ea"/>
                <a:cs typeface="+mn-cs"/>
              </a:defRPr>
            </a:lvl2pPr>
            <a:lvl3pPr marL="1143457" indent="-228691" algn="l" defTabSz="457383" rtl="0" eaLnBrk="1" latinLnBrk="0" hangingPunct="1">
              <a:spcBef>
                <a:spcPct val="20000"/>
              </a:spcBef>
              <a:buFont typeface="Arial"/>
              <a:buChar char="•"/>
              <a:defRPr sz="2401" kern="1200">
                <a:solidFill>
                  <a:schemeClr val="tx1"/>
                </a:solidFill>
                <a:latin typeface="+mn-lt"/>
                <a:ea typeface="+mn-ea"/>
                <a:cs typeface="+mn-cs"/>
              </a:defRPr>
            </a:lvl3pPr>
            <a:lvl4pPr marL="1600840" indent="-228691" algn="l" defTabSz="457383" rtl="0" eaLnBrk="1" latinLnBrk="0" hangingPunct="1">
              <a:spcBef>
                <a:spcPct val="20000"/>
              </a:spcBef>
              <a:buFont typeface="Arial"/>
              <a:buChar char="–"/>
              <a:defRPr sz="2001" kern="1200">
                <a:solidFill>
                  <a:schemeClr val="tx1"/>
                </a:solidFill>
                <a:latin typeface="+mn-lt"/>
                <a:ea typeface="+mn-ea"/>
                <a:cs typeface="+mn-cs"/>
              </a:defRPr>
            </a:lvl4pPr>
            <a:lvl5pPr marL="2058223" indent="-228691" algn="l" defTabSz="457383" rtl="0" eaLnBrk="1" latinLnBrk="0" hangingPunct="1">
              <a:spcBef>
                <a:spcPct val="20000"/>
              </a:spcBef>
              <a:buFont typeface="Arial"/>
              <a:buChar char="»"/>
              <a:defRPr sz="2001" kern="1200">
                <a:solidFill>
                  <a:schemeClr val="tx1"/>
                </a:solidFill>
                <a:latin typeface="+mn-lt"/>
                <a:ea typeface="+mn-ea"/>
                <a:cs typeface="+mn-cs"/>
              </a:defRPr>
            </a:lvl5pPr>
            <a:lvl6pPr marL="2515606" indent="-228691" algn="l" defTabSz="457383" rtl="0" eaLnBrk="1" latinLnBrk="0" hangingPunct="1">
              <a:spcBef>
                <a:spcPct val="20000"/>
              </a:spcBef>
              <a:buFont typeface="Arial"/>
              <a:buChar char="•"/>
              <a:defRPr sz="2001" kern="1200">
                <a:solidFill>
                  <a:schemeClr val="tx1"/>
                </a:solidFill>
                <a:latin typeface="+mn-lt"/>
                <a:ea typeface="+mn-ea"/>
                <a:cs typeface="+mn-cs"/>
              </a:defRPr>
            </a:lvl6pPr>
            <a:lvl7pPr marL="2972989" indent="-228691" algn="l" defTabSz="457383" rtl="0" eaLnBrk="1" latinLnBrk="0" hangingPunct="1">
              <a:spcBef>
                <a:spcPct val="20000"/>
              </a:spcBef>
              <a:buFont typeface="Arial"/>
              <a:buChar char="•"/>
              <a:defRPr sz="2001" kern="1200">
                <a:solidFill>
                  <a:schemeClr val="tx1"/>
                </a:solidFill>
                <a:latin typeface="+mn-lt"/>
                <a:ea typeface="+mn-ea"/>
                <a:cs typeface="+mn-cs"/>
              </a:defRPr>
            </a:lvl7pPr>
            <a:lvl8pPr marL="3430372" indent="-228691" algn="l" defTabSz="457383" rtl="0" eaLnBrk="1" latinLnBrk="0" hangingPunct="1">
              <a:spcBef>
                <a:spcPct val="20000"/>
              </a:spcBef>
              <a:buFont typeface="Arial"/>
              <a:buChar char="•"/>
              <a:defRPr sz="2001" kern="1200">
                <a:solidFill>
                  <a:schemeClr val="tx1"/>
                </a:solidFill>
                <a:latin typeface="+mn-lt"/>
                <a:ea typeface="+mn-ea"/>
                <a:cs typeface="+mn-cs"/>
              </a:defRPr>
            </a:lvl8pPr>
            <a:lvl9pPr marL="3887754" indent="-228691" algn="l" defTabSz="457383" rtl="0" eaLnBrk="1" latinLnBrk="0" hangingPunct="1">
              <a:spcBef>
                <a:spcPct val="20000"/>
              </a:spcBef>
              <a:buFont typeface="Arial"/>
              <a:buChar char="•"/>
              <a:defRPr sz="2001" kern="1200">
                <a:solidFill>
                  <a:schemeClr val="tx1"/>
                </a:solidFill>
                <a:latin typeface="+mn-lt"/>
                <a:ea typeface="+mn-ea"/>
                <a:cs typeface="+mn-cs"/>
              </a:defRPr>
            </a:lvl9pPr>
          </a:lstStyle>
          <a:p>
            <a:pPr marL="0" indent="0" fontAlgn="auto">
              <a:lnSpc>
                <a:spcPts val="3300"/>
              </a:lnSpc>
              <a:spcBef>
                <a:spcPts val="0"/>
              </a:spcBef>
              <a:spcAft>
                <a:spcPts val="0"/>
              </a:spcAft>
              <a:buNone/>
              <a:defRPr/>
            </a:pPr>
            <a:r>
              <a:rPr lang="en-US" sz="36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Giới</a:t>
            </a:r>
            <a:r>
              <a:rPr lang="en-US" sz="3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 </a:t>
            </a:r>
            <a:r>
              <a:rPr lang="en-US" sz="36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thiệu</a:t>
            </a:r>
            <a:endParaRPr lang="en-US" sz="36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19"/>
          <p:cNvSpPr/>
          <p:nvPr/>
        </p:nvSpPr>
        <p:spPr>
          <a:xfrm>
            <a:off x="6534097" y="3113134"/>
            <a:ext cx="2761539" cy="807913"/>
          </a:xfrm>
          <a:prstGeom prst="rect">
            <a:avLst/>
          </a:prstGeom>
        </p:spPr>
        <p:txBody>
          <a:bodyPr wrap="square">
            <a:spAutoFit/>
          </a:bodyPr>
          <a:lstStyle/>
          <a:p>
            <a:pPr algn="ctr" eaLnBrk="1" fontAlgn="auto" hangingPunct="1">
              <a:spcBef>
                <a:spcPts val="0"/>
              </a:spcBef>
              <a:spcAft>
                <a:spcPts val="0"/>
              </a:spcAft>
              <a:defRPr/>
            </a:pPr>
            <a:r>
              <a:rPr lang="en-US" b="1" dirty="0">
                <a:solidFill>
                  <a:schemeClr val="accent1"/>
                </a:solidFill>
                <a:latin typeface="Open Sans" panose="020B0606030504020204" pitchFamily="34" charset="0"/>
              </a:rPr>
              <a:t>TS. </a:t>
            </a:r>
            <a:r>
              <a:rPr lang="en-US" b="1" dirty="0" err="1">
                <a:solidFill>
                  <a:schemeClr val="accent1"/>
                </a:solidFill>
                <a:latin typeface="Open Sans" panose="020B0606030504020204" pitchFamily="34" charset="0"/>
              </a:rPr>
              <a:t>Trịnh</a:t>
            </a:r>
            <a:r>
              <a:rPr lang="en-US" b="1" dirty="0">
                <a:solidFill>
                  <a:schemeClr val="accent1"/>
                </a:solidFill>
                <a:latin typeface="Open Sans" panose="020B0606030504020204" pitchFamily="34" charset="0"/>
              </a:rPr>
              <a:t> </a:t>
            </a:r>
            <a:r>
              <a:rPr lang="en-US" b="1" dirty="0" err="1">
                <a:solidFill>
                  <a:schemeClr val="accent1"/>
                </a:solidFill>
                <a:latin typeface="Open Sans" panose="020B0606030504020204" pitchFamily="34" charset="0"/>
              </a:rPr>
              <a:t>Ngọc</a:t>
            </a:r>
            <a:r>
              <a:rPr lang="en-US" b="1" dirty="0">
                <a:solidFill>
                  <a:schemeClr val="accent1"/>
                </a:solidFill>
                <a:latin typeface="Open Sans" panose="020B0606030504020204" pitchFamily="34" charset="0"/>
              </a:rPr>
              <a:t> Trung</a:t>
            </a:r>
          </a:p>
          <a:p>
            <a:pPr algn="ctr" eaLnBrk="1" fontAlgn="auto" hangingPunct="1">
              <a:spcBef>
                <a:spcPts val="0"/>
              </a:spcBef>
              <a:spcAft>
                <a:spcPts val="0"/>
              </a:spcAft>
              <a:defRPr/>
            </a:pPr>
            <a:endParaRPr lang="en-US" sz="900" b="1" dirty="0">
              <a:solidFill>
                <a:schemeClr val="tx1">
                  <a:lumMod val="65000"/>
                  <a:lumOff val="35000"/>
                </a:schemeClr>
              </a:solidFill>
              <a:latin typeface="+mn-lt"/>
              <a:ea typeface="Open Sans" panose="020B0606030504020204" pitchFamily="34" charset="0"/>
              <a:cs typeface="Open Sans" panose="020B0606030504020204" pitchFamily="34" charset="0"/>
            </a:endParaRPr>
          </a:p>
          <a:p>
            <a:pPr algn="ctr" eaLnBrk="1" fontAlgn="auto" hangingPunct="1">
              <a:spcBef>
                <a:spcPts val="0"/>
              </a:spcBef>
              <a:spcAft>
                <a:spcPts val="0"/>
              </a:spcAft>
              <a:defRPr/>
            </a:pPr>
            <a:r>
              <a:rPr lang="en-US" sz="1050" b="1" dirty="0">
                <a:latin typeface="Open Sans Light" panose="020B0306030504020204" pitchFamily="34" charset="0"/>
              </a:rPr>
              <a:t>Research Scientist, </a:t>
            </a:r>
            <a:r>
              <a:rPr lang="en-US" sz="1050" b="1" dirty="0" err="1">
                <a:latin typeface="Open Sans Light" panose="020B0306030504020204" pitchFamily="34" charset="0"/>
              </a:rPr>
              <a:t>Sintef</a:t>
            </a:r>
            <a:r>
              <a:rPr lang="en-US" sz="1050" b="1" dirty="0">
                <a:latin typeface="Open Sans Light" panose="020B0306030504020204" pitchFamily="34" charset="0"/>
              </a:rPr>
              <a:t>, Na Uy</a:t>
            </a:r>
          </a:p>
          <a:p>
            <a:pPr algn="ctr" eaLnBrk="1" fontAlgn="auto" hangingPunct="1">
              <a:spcBef>
                <a:spcPts val="0"/>
              </a:spcBef>
              <a:spcAft>
                <a:spcPts val="0"/>
              </a:spcAft>
              <a:defRPr/>
            </a:pPr>
            <a:endParaRPr lang="en-US" sz="900" dirty="0">
              <a:solidFill>
                <a:schemeClr val="bg1">
                  <a:lumMod val="65000"/>
                </a:schemeClr>
              </a:solidFill>
              <a:latin typeface="+mn-lt"/>
              <a:ea typeface="Open Sans" panose="020B0606030504020204" pitchFamily="34" charset="0"/>
              <a:cs typeface="Open Sans" panose="020B0606030504020204" pitchFamily="34" charset="0"/>
            </a:endParaRPr>
          </a:p>
        </p:txBody>
      </p:sp>
      <p:sp>
        <p:nvSpPr>
          <p:cNvPr id="24" name="Rectangle 23"/>
          <p:cNvSpPr/>
          <p:nvPr/>
        </p:nvSpPr>
        <p:spPr>
          <a:xfrm>
            <a:off x="3626510" y="6050087"/>
            <a:ext cx="5815173" cy="807913"/>
          </a:xfrm>
          <a:prstGeom prst="rect">
            <a:avLst/>
          </a:prstGeom>
        </p:spPr>
        <p:txBody>
          <a:bodyPr wrap="square">
            <a:spAutoFit/>
          </a:bodyPr>
          <a:lstStyle/>
          <a:p>
            <a:pPr algn="ctr" eaLnBrk="1" fontAlgn="auto" hangingPunct="1">
              <a:spcBef>
                <a:spcPts val="0"/>
              </a:spcBef>
              <a:spcAft>
                <a:spcPts val="0"/>
              </a:spcAft>
              <a:defRPr/>
            </a:pPr>
            <a:r>
              <a:rPr lang="en-US" b="1" dirty="0" err="1">
                <a:solidFill>
                  <a:schemeClr val="accent1"/>
                </a:solidFill>
                <a:latin typeface="Open Sans" panose="020B0606030504020204" pitchFamily="34" charset="0"/>
              </a:rPr>
              <a:t>Đào</a:t>
            </a:r>
            <a:r>
              <a:rPr lang="en-US" b="1" dirty="0">
                <a:solidFill>
                  <a:schemeClr val="accent1"/>
                </a:solidFill>
                <a:latin typeface="Open Sans" panose="020B0606030504020204" pitchFamily="34" charset="0"/>
              </a:rPr>
              <a:t> Thanh </a:t>
            </a:r>
            <a:r>
              <a:rPr lang="en-US" b="1" dirty="0" err="1">
                <a:solidFill>
                  <a:schemeClr val="accent1"/>
                </a:solidFill>
                <a:latin typeface="Open Sans" panose="020B0606030504020204" pitchFamily="34" charset="0"/>
              </a:rPr>
              <a:t>Nguyên</a:t>
            </a:r>
            <a:r>
              <a:rPr lang="en-US" b="1" dirty="0">
                <a:solidFill>
                  <a:schemeClr val="accent1"/>
                </a:solidFill>
                <a:latin typeface="Open Sans" panose="020B0606030504020204" pitchFamily="34" charset="0"/>
              </a:rPr>
              <a:t> - 20280068</a:t>
            </a:r>
          </a:p>
          <a:p>
            <a:pPr algn="ctr" eaLnBrk="1" fontAlgn="auto" hangingPunct="1">
              <a:spcBef>
                <a:spcPts val="0"/>
              </a:spcBef>
              <a:spcAft>
                <a:spcPts val="0"/>
              </a:spcAft>
              <a:defRPr/>
            </a:pPr>
            <a:endParaRPr lang="en-US" sz="900" b="1" dirty="0">
              <a:solidFill>
                <a:schemeClr val="tx1">
                  <a:lumMod val="65000"/>
                  <a:lumOff val="35000"/>
                </a:schemeClr>
              </a:solidFill>
              <a:latin typeface="+mn-lt"/>
              <a:ea typeface="Open Sans" panose="020B0606030504020204" pitchFamily="34" charset="0"/>
              <a:cs typeface="Open Sans" panose="020B0606030504020204" pitchFamily="34" charset="0"/>
            </a:endParaRPr>
          </a:p>
          <a:p>
            <a:pPr algn="ctr" eaLnBrk="1" fontAlgn="auto" hangingPunct="1">
              <a:spcBef>
                <a:spcPts val="0"/>
              </a:spcBef>
              <a:spcAft>
                <a:spcPts val="0"/>
              </a:spcAft>
              <a:defRPr/>
            </a:pPr>
            <a:endParaRPr lang="en-US" sz="1050" b="1" dirty="0">
              <a:latin typeface="Open Sans Light" panose="020B0306030504020204" pitchFamily="34" charset="0"/>
            </a:endParaRPr>
          </a:p>
          <a:p>
            <a:pPr algn="ctr" eaLnBrk="1" fontAlgn="auto" hangingPunct="1">
              <a:spcBef>
                <a:spcPts val="0"/>
              </a:spcBef>
              <a:spcAft>
                <a:spcPts val="0"/>
              </a:spcAft>
              <a:defRPr/>
            </a:pPr>
            <a:endParaRPr lang="en-US" sz="900" dirty="0">
              <a:solidFill>
                <a:schemeClr val="bg1">
                  <a:lumMod val="65000"/>
                </a:schemeClr>
              </a:solidFill>
              <a:latin typeface="+mn-lt"/>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141E5349-F5BF-4A17-9FE7-B2FE3587FDCF}"/>
              </a:ext>
            </a:extLst>
          </p:cNvPr>
          <p:cNvSpPr/>
          <p:nvPr/>
        </p:nvSpPr>
        <p:spPr>
          <a:xfrm>
            <a:off x="4187526" y="3115204"/>
            <a:ext cx="2296494" cy="1001813"/>
          </a:xfrm>
          <a:prstGeom prst="rect">
            <a:avLst/>
          </a:prstGeom>
        </p:spPr>
        <p:txBody>
          <a:bodyPr wrap="square">
            <a:spAutoFit/>
          </a:bodyPr>
          <a:lstStyle/>
          <a:p>
            <a:pPr algn="ctr" eaLnBrk="1" fontAlgn="auto" hangingPunct="1">
              <a:spcBef>
                <a:spcPts val="0"/>
              </a:spcBef>
              <a:spcAft>
                <a:spcPts val="0"/>
              </a:spcAft>
              <a:defRPr/>
            </a:pPr>
            <a:r>
              <a:rPr lang="en-US" b="1" dirty="0">
                <a:solidFill>
                  <a:schemeClr val="accent1"/>
                </a:solidFill>
                <a:latin typeface="Open Sans" panose="020B0606030504020204" pitchFamily="34" charset="0"/>
              </a:rPr>
              <a:t>TS. Hoàng Văn Hà</a:t>
            </a:r>
          </a:p>
          <a:p>
            <a:pPr algn="ctr" eaLnBrk="1" fontAlgn="auto" hangingPunct="1">
              <a:spcBef>
                <a:spcPts val="0"/>
              </a:spcBef>
              <a:spcAft>
                <a:spcPts val="0"/>
              </a:spcAft>
              <a:defRPr/>
            </a:pPr>
            <a:endParaRPr lang="en-US" sz="900" b="1" dirty="0">
              <a:solidFill>
                <a:schemeClr val="tx1">
                  <a:lumMod val="65000"/>
                  <a:lumOff val="35000"/>
                </a:schemeClr>
              </a:solidFill>
              <a:latin typeface="+mn-lt"/>
              <a:ea typeface="Open Sans" panose="020B0606030504020204" pitchFamily="34" charset="0"/>
              <a:cs typeface="Open Sans" panose="020B0606030504020204" pitchFamily="34" charset="0"/>
            </a:endParaRPr>
          </a:p>
          <a:p>
            <a:pPr algn="ctr" eaLnBrk="1" fontAlgn="auto" hangingPunct="1">
              <a:spcBef>
                <a:spcPts val="0"/>
              </a:spcBef>
              <a:spcAft>
                <a:spcPts val="0"/>
              </a:spcAft>
              <a:defRPr/>
            </a:pPr>
            <a:r>
              <a:rPr lang="en-US" sz="1050" b="1" dirty="0">
                <a:latin typeface="Open Sans Light" panose="020B0306030504020204" pitchFamily="34" charset="0"/>
              </a:rPr>
              <a:t>VNUHCM - University</a:t>
            </a:r>
          </a:p>
          <a:p>
            <a:pPr algn="ctr" eaLnBrk="1" fontAlgn="auto" hangingPunct="1">
              <a:spcBef>
                <a:spcPts val="0"/>
              </a:spcBef>
              <a:spcAft>
                <a:spcPts val="0"/>
              </a:spcAft>
              <a:defRPr/>
            </a:pPr>
            <a:endParaRPr lang="en-US" sz="900" dirty="0">
              <a:solidFill>
                <a:schemeClr val="bg1">
                  <a:lumMod val="65000"/>
                </a:schemeClr>
              </a:solidFill>
              <a:latin typeface="+mn-lt"/>
              <a:ea typeface="Open Sans" panose="020B0606030504020204" pitchFamily="34" charset="0"/>
              <a:cs typeface="Open Sans" panose="020B0606030504020204" pitchFamily="34" charset="0"/>
            </a:endParaRPr>
          </a:p>
          <a:p>
            <a:pPr algn="ctr" defTabSz="457383" eaLnBrk="1" fontAlgn="auto" hangingPunct="1">
              <a:spcBef>
                <a:spcPct val="20000"/>
              </a:spcBef>
              <a:spcAft>
                <a:spcPts val="0"/>
              </a:spcAft>
              <a:defRPr/>
            </a:pPr>
            <a:r>
              <a:rPr lang="en-US" sz="1050" dirty="0">
                <a:solidFill>
                  <a:schemeClr val="accent6">
                    <a:lumMod val="75000"/>
                  </a:schemeClr>
                </a:solidFill>
                <a:latin typeface="Open Sans Light" panose="020B0306030504020204" pitchFamily="34" charset="0"/>
              </a:rPr>
              <a:t>. </a:t>
            </a:r>
          </a:p>
        </p:txBody>
      </p:sp>
      <p:pic>
        <p:nvPicPr>
          <p:cNvPr id="6" name="Picture Placeholder 5">
            <a:extLst>
              <a:ext uri="{FF2B5EF4-FFF2-40B4-BE49-F238E27FC236}">
                <a16:creationId xmlns:a16="http://schemas.microsoft.com/office/drawing/2014/main" id="{6CC0512D-39BE-4F47-B6AA-A93D02254E97}"/>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t="59" b="59"/>
          <a:stretch/>
        </p:blipFill>
        <p:spPr>
          <a:xfrm>
            <a:off x="4413677" y="1169936"/>
            <a:ext cx="1830962" cy="1828800"/>
          </a:xfrm>
        </p:spPr>
      </p:pic>
      <p:pic>
        <p:nvPicPr>
          <p:cNvPr id="13" name="Picture Placeholder 12">
            <a:extLst>
              <a:ext uri="{FF2B5EF4-FFF2-40B4-BE49-F238E27FC236}">
                <a16:creationId xmlns:a16="http://schemas.microsoft.com/office/drawing/2014/main" id="{79A8C19B-43F3-4FE6-A110-3A673DC7DA82}"/>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t="4336" b="4336"/>
          <a:stretch/>
        </p:blipFill>
        <p:spPr>
          <a:xfrm>
            <a:off x="6901879" y="1169936"/>
            <a:ext cx="1830962" cy="1828800"/>
          </a:xfrm>
        </p:spPr>
      </p:pic>
      <p:pic>
        <p:nvPicPr>
          <p:cNvPr id="28" name="Picture Placeholder 27">
            <a:extLst>
              <a:ext uri="{FF2B5EF4-FFF2-40B4-BE49-F238E27FC236}">
                <a16:creationId xmlns:a16="http://schemas.microsoft.com/office/drawing/2014/main" id="{7E9BF36B-A6C3-4EDB-B028-02303207F76F}"/>
              </a:ext>
            </a:extLst>
          </p:cNvPr>
          <p:cNvPicPr>
            <a:picLocks noGrp="1" noChangeAspect="1"/>
          </p:cNvPicPr>
          <p:nvPr>
            <p:ph type="pic" sz="quarter" idx="16"/>
          </p:nvPr>
        </p:nvPicPr>
        <p:blipFill>
          <a:blip r:embed="rId4">
            <a:extLst>
              <a:ext uri="{28A0092B-C50C-407E-A947-70E740481C1C}">
                <a14:useLocalDpi xmlns:a14="http://schemas.microsoft.com/office/drawing/2010/main" val="0"/>
              </a:ext>
            </a:extLst>
          </a:blip>
          <a:srcRect l="45" r="45"/>
          <a:stretch/>
        </p:blipFill>
        <p:spPr>
          <a:xfrm>
            <a:off x="5680199" y="4023245"/>
            <a:ext cx="1830962" cy="1828800"/>
          </a:xfrm>
        </p:spPr>
      </p:pic>
      <p:sp>
        <p:nvSpPr>
          <p:cNvPr id="30" name="Rectangle: Rounded Corners 29">
            <a:extLst>
              <a:ext uri="{FF2B5EF4-FFF2-40B4-BE49-F238E27FC236}">
                <a16:creationId xmlns:a16="http://schemas.microsoft.com/office/drawing/2014/main" id="{3792C67E-3864-49AD-B58A-070706847533}"/>
              </a:ext>
            </a:extLst>
          </p:cNvPr>
          <p:cNvSpPr/>
          <p:nvPr/>
        </p:nvSpPr>
        <p:spPr>
          <a:xfrm>
            <a:off x="4421373" y="1169936"/>
            <a:ext cx="1828800" cy="1831977"/>
          </a:xfrm>
          <a:custGeom>
            <a:avLst/>
            <a:gdLst>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652827 w 1828800"/>
              <a:gd name="connsiteY6" fmla="*/ 1828800 h 1828800"/>
              <a:gd name="connsiteX7" fmla="*/ 0 w 1828800"/>
              <a:gd name="connsiteY7" fmla="*/ 1175973 h 1828800"/>
              <a:gd name="connsiteX8" fmla="*/ 0 w 1828800"/>
              <a:gd name="connsiteY8" fmla="*/ 652827 h 1828800"/>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652827 w 1828800"/>
              <a:gd name="connsiteY6" fmla="*/ 1828800 h 1828800"/>
              <a:gd name="connsiteX7" fmla="*/ 0 w 1828800"/>
              <a:gd name="connsiteY7" fmla="*/ 652827 h 1828800"/>
              <a:gd name="connsiteX0" fmla="*/ 72304 w 1901104"/>
              <a:gd name="connsiteY0" fmla="*/ 652827 h 1828800"/>
              <a:gd name="connsiteX1" fmla="*/ 725131 w 1901104"/>
              <a:gd name="connsiteY1" fmla="*/ 0 h 1828800"/>
              <a:gd name="connsiteX2" fmla="*/ 1248277 w 1901104"/>
              <a:gd name="connsiteY2" fmla="*/ 0 h 1828800"/>
              <a:gd name="connsiteX3" fmla="*/ 1901104 w 1901104"/>
              <a:gd name="connsiteY3" fmla="*/ 652827 h 1828800"/>
              <a:gd name="connsiteX4" fmla="*/ 1901104 w 1901104"/>
              <a:gd name="connsiteY4" fmla="*/ 1175973 h 1828800"/>
              <a:gd name="connsiteX5" fmla="*/ 1248277 w 1901104"/>
              <a:gd name="connsiteY5" fmla="*/ 1828800 h 1828800"/>
              <a:gd name="connsiteX6" fmla="*/ 92743 w 1901104"/>
              <a:gd name="connsiteY6" fmla="*/ 1828800 h 1828800"/>
              <a:gd name="connsiteX7" fmla="*/ 72304 w 1901104"/>
              <a:gd name="connsiteY7" fmla="*/ 652827 h 1828800"/>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20439 w 1828800"/>
              <a:gd name="connsiteY6" fmla="*/ 1828800 h 1828800"/>
              <a:gd name="connsiteX7" fmla="*/ 0 w 1828800"/>
              <a:gd name="connsiteY7" fmla="*/ 652827 h 1828800"/>
              <a:gd name="connsiteX0" fmla="*/ 0 w 1828800"/>
              <a:gd name="connsiteY0" fmla="*/ 652827 h 1837345"/>
              <a:gd name="connsiteX1" fmla="*/ 652827 w 1828800"/>
              <a:gd name="connsiteY1" fmla="*/ 0 h 1837345"/>
              <a:gd name="connsiteX2" fmla="*/ 1175973 w 1828800"/>
              <a:gd name="connsiteY2" fmla="*/ 0 h 1837345"/>
              <a:gd name="connsiteX3" fmla="*/ 1828800 w 1828800"/>
              <a:gd name="connsiteY3" fmla="*/ 652827 h 1837345"/>
              <a:gd name="connsiteX4" fmla="*/ 1828800 w 1828800"/>
              <a:gd name="connsiteY4" fmla="*/ 1175973 h 1837345"/>
              <a:gd name="connsiteX5" fmla="*/ 1175973 w 1828800"/>
              <a:gd name="connsiteY5" fmla="*/ 1828800 h 1837345"/>
              <a:gd name="connsiteX6" fmla="*/ 3347 w 1828800"/>
              <a:gd name="connsiteY6" fmla="*/ 1837345 h 1837345"/>
              <a:gd name="connsiteX7" fmla="*/ 0 w 1828800"/>
              <a:gd name="connsiteY7" fmla="*/ 652827 h 1837345"/>
              <a:gd name="connsiteX0" fmla="*/ 5199 w 1833999"/>
              <a:gd name="connsiteY0" fmla="*/ 652827 h 1828800"/>
              <a:gd name="connsiteX1" fmla="*/ 658026 w 1833999"/>
              <a:gd name="connsiteY1" fmla="*/ 0 h 1828800"/>
              <a:gd name="connsiteX2" fmla="*/ 1181172 w 1833999"/>
              <a:gd name="connsiteY2" fmla="*/ 0 h 1828800"/>
              <a:gd name="connsiteX3" fmla="*/ 1833999 w 1833999"/>
              <a:gd name="connsiteY3" fmla="*/ 652827 h 1828800"/>
              <a:gd name="connsiteX4" fmla="*/ 1833999 w 1833999"/>
              <a:gd name="connsiteY4" fmla="*/ 1175973 h 1828800"/>
              <a:gd name="connsiteX5" fmla="*/ 1181172 w 1833999"/>
              <a:gd name="connsiteY5" fmla="*/ 1828800 h 1828800"/>
              <a:gd name="connsiteX6" fmla="*/ 0 w 1833999"/>
              <a:gd name="connsiteY6" fmla="*/ 1820254 h 1828800"/>
              <a:gd name="connsiteX7" fmla="*/ 5199 w 1833999"/>
              <a:gd name="connsiteY7" fmla="*/ 652827 h 1828800"/>
              <a:gd name="connsiteX0" fmla="*/ 0 w 1828800"/>
              <a:gd name="connsiteY0" fmla="*/ 652827 h 1831977"/>
              <a:gd name="connsiteX1" fmla="*/ 652827 w 1828800"/>
              <a:gd name="connsiteY1" fmla="*/ 0 h 1831977"/>
              <a:gd name="connsiteX2" fmla="*/ 1175973 w 1828800"/>
              <a:gd name="connsiteY2" fmla="*/ 0 h 1831977"/>
              <a:gd name="connsiteX3" fmla="*/ 1828800 w 1828800"/>
              <a:gd name="connsiteY3" fmla="*/ 652827 h 1831977"/>
              <a:gd name="connsiteX4" fmla="*/ 1828800 w 1828800"/>
              <a:gd name="connsiteY4" fmla="*/ 1175973 h 1831977"/>
              <a:gd name="connsiteX5" fmla="*/ 1175973 w 1828800"/>
              <a:gd name="connsiteY5" fmla="*/ 1828800 h 1831977"/>
              <a:gd name="connsiteX6" fmla="*/ 2617 w 1828800"/>
              <a:gd name="connsiteY6" fmla="*/ 1831977 h 1831977"/>
              <a:gd name="connsiteX7" fmla="*/ 0 w 1828800"/>
              <a:gd name="connsiteY7" fmla="*/ 652827 h 1831977"/>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2617 w 1828800"/>
              <a:gd name="connsiteY6" fmla="*/ 1828070 h 1828800"/>
              <a:gd name="connsiteX7" fmla="*/ 0 w 1828800"/>
              <a:gd name="connsiteY7" fmla="*/ 652827 h 1828800"/>
              <a:gd name="connsiteX0" fmla="*/ 0 w 1828800"/>
              <a:gd name="connsiteY0" fmla="*/ 652827 h 1831977"/>
              <a:gd name="connsiteX1" fmla="*/ 652827 w 1828800"/>
              <a:gd name="connsiteY1" fmla="*/ 0 h 1831977"/>
              <a:gd name="connsiteX2" fmla="*/ 1175973 w 1828800"/>
              <a:gd name="connsiteY2" fmla="*/ 0 h 1831977"/>
              <a:gd name="connsiteX3" fmla="*/ 1828800 w 1828800"/>
              <a:gd name="connsiteY3" fmla="*/ 652827 h 1831977"/>
              <a:gd name="connsiteX4" fmla="*/ 1828800 w 1828800"/>
              <a:gd name="connsiteY4" fmla="*/ 1175973 h 1831977"/>
              <a:gd name="connsiteX5" fmla="*/ 1175973 w 1828800"/>
              <a:gd name="connsiteY5" fmla="*/ 1828800 h 1831977"/>
              <a:gd name="connsiteX6" fmla="*/ 2617 w 1828800"/>
              <a:gd name="connsiteY6" fmla="*/ 1831977 h 1831977"/>
              <a:gd name="connsiteX7" fmla="*/ 0 w 1828800"/>
              <a:gd name="connsiteY7" fmla="*/ 652827 h 183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28800" h="1831977">
                <a:moveTo>
                  <a:pt x="0" y="652827"/>
                </a:moveTo>
                <a:cubicBezTo>
                  <a:pt x="0" y="292281"/>
                  <a:pt x="292281" y="0"/>
                  <a:pt x="652827" y="0"/>
                </a:cubicBezTo>
                <a:lnTo>
                  <a:pt x="1175973" y="0"/>
                </a:lnTo>
                <a:cubicBezTo>
                  <a:pt x="1536519" y="0"/>
                  <a:pt x="1828800" y="292281"/>
                  <a:pt x="1828800" y="652827"/>
                </a:cubicBezTo>
                <a:lnTo>
                  <a:pt x="1828800" y="1175973"/>
                </a:lnTo>
                <a:cubicBezTo>
                  <a:pt x="1828800" y="1536519"/>
                  <a:pt x="1536519" y="1828800"/>
                  <a:pt x="1175973" y="1828800"/>
                </a:cubicBezTo>
                <a:lnTo>
                  <a:pt x="2617" y="1831977"/>
                </a:lnTo>
                <a:cubicBezTo>
                  <a:pt x="11721" y="1823989"/>
                  <a:pt x="0" y="957627"/>
                  <a:pt x="0" y="652827"/>
                </a:cubicBezTo>
                <a:close/>
              </a:path>
            </a:pathLst>
          </a:custGeom>
          <a:gradFill flip="none" rotWithShape="1">
            <a:gsLst>
              <a:gs pos="41000">
                <a:schemeClr val="accent1">
                  <a:alpha val="0"/>
                  <a:lumMod val="0"/>
                  <a:lumOff val="100000"/>
                </a:schemeClr>
              </a:gs>
              <a:gs pos="98000">
                <a:schemeClr val="accent1">
                  <a:lumMod val="100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29">
            <a:extLst>
              <a:ext uri="{FF2B5EF4-FFF2-40B4-BE49-F238E27FC236}">
                <a16:creationId xmlns:a16="http://schemas.microsoft.com/office/drawing/2014/main" id="{390CCEE7-B4E7-44BB-ADC2-F31D0140728C}"/>
              </a:ext>
            </a:extLst>
          </p:cNvPr>
          <p:cNvSpPr/>
          <p:nvPr/>
        </p:nvSpPr>
        <p:spPr>
          <a:xfrm>
            <a:off x="6896345" y="1174023"/>
            <a:ext cx="1828800" cy="1831977"/>
          </a:xfrm>
          <a:custGeom>
            <a:avLst/>
            <a:gdLst>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652827 w 1828800"/>
              <a:gd name="connsiteY6" fmla="*/ 1828800 h 1828800"/>
              <a:gd name="connsiteX7" fmla="*/ 0 w 1828800"/>
              <a:gd name="connsiteY7" fmla="*/ 1175973 h 1828800"/>
              <a:gd name="connsiteX8" fmla="*/ 0 w 1828800"/>
              <a:gd name="connsiteY8" fmla="*/ 652827 h 1828800"/>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652827 w 1828800"/>
              <a:gd name="connsiteY6" fmla="*/ 1828800 h 1828800"/>
              <a:gd name="connsiteX7" fmla="*/ 0 w 1828800"/>
              <a:gd name="connsiteY7" fmla="*/ 652827 h 1828800"/>
              <a:gd name="connsiteX0" fmla="*/ 72304 w 1901104"/>
              <a:gd name="connsiteY0" fmla="*/ 652827 h 1828800"/>
              <a:gd name="connsiteX1" fmla="*/ 725131 w 1901104"/>
              <a:gd name="connsiteY1" fmla="*/ 0 h 1828800"/>
              <a:gd name="connsiteX2" fmla="*/ 1248277 w 1901104"/>
              <a:gd name="connsiteY2" fmla="*/ 0 h 1828800"/>
              <a:gd name="connsiteX3" fmla="*/ 1901104 w 1901104"/>
              <a:gd name="connsiteY3" fmla="*/ 652827 h 1828800"/>
              <a:gd name="connsiteX4" fmla="*/ 1901104 w 1901104"/>
              <a:gd name="connsiteY4" fmla="*/ 1175973 h 1828800"/>
              <a:gd name="connsiteX5" fmla="*/ 1248277 w 1901104"/>
              <a:gd name="connsiteY5" fmla="*/ 1828800 h 1828800"/>
              <a:gd name="connsiteX6" fmla="*/ 92743 w 1901104"/>
              <a:gd name="connsiteY6" fmla="*/ 1828800 h 1828800"/>
              <a:gd name="connsiteX7" fmla="*/ 72304 w 1901104"/>
              <a:gd name="connsiteY7" fmla="*/ 652827 h 1828800"/>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20439 w 1828800"/>
              <a:gd name="connsiteY6" fmla="*/ 1828800 h 1828800"/>
              <a:gd name="connsiteX7" fmla="*/ 0 w 1828800"/>
              <a:gd name="connsiteY7" fmla="*/ 652827 h 1828800"/>
              <a:gd name="connsiteX0" fmla="*/ 0 w 1828800"/>
              <a:gd name="connsiteY0" fmla="*/ 652827 h 1837345"/>
              <a:gd name="connsiteX1" fmla="*/ 652827 w 1828800"/>
              <a:gd name="connsiteY1" fmla="*/ 0 h 1837345"/>
              <a:gd name="connsiteX2" fmla="*/ 1175973 w 1828800"/>
              <a:gd name="connsiteY2" fmla="*/ 0 h 1837345"/>
              <a:gd name="connsiteX3" fmla="*/ 1828800 w 1828800"/>
              <a:gd name="connsiteY3" fmla="*/ 652827 h 1837345"/>
              <a:gd name="connsiteX4" fmla="*/ 1828800 w 1828800"/>
              <a:gd name="connsiteY4" fmla="*/ 1175973 h 1837345"/>
              <a:gd name="connsiteX5" fmla="*/ 1175973 w 1828800"/>
              <a:gd name="connsiteY5" fmla="*/ 1828800 h 1837345"/>
              <a:gd name="connsiteX6" fmla="*/ 3347 w 1828800"/>
              <a:gd name="connsiteY6" fmla="*/ 1837345 h 1837345"/>
              <a:gd name="connsiteX7" fmla="*/ 0 w 1828800"/>
              <a:gd name="connsiteY7" fmla="*/ 652827 h 1837345"/>
              <a:gd name="connsiteX0" fmla="*/ 5199 w 1833999"/>
              <a:gd name="connsiteY0" fmla="*/ 652827 h 1828800"/>
              <a:gd name="connsiteX1" fmla="*/ 658026 w 1833999"/>
              <a:gd name="connsiteY1" fmla="*/ 0 h 1828800"/>
              <a:gd name="connsiteX2" fmla="*/ 1181172 w 1833999"/>
              <a:gd name="connsiteY2" fmla="*/ 0 h 1828800"/>
              <a:gd name="connsiteX3" fmla="*/ 1833999 w 1833999"/>
              <a:gd name="connsiteY3" fmla="*/ 652827 h 1828800"/>
              <a:gd name="connsiteX4" fmla="*/ 1833999 w 1833999"/>
              <a:gd name="connsiteY4" fmla="*/ 1175973 h 1828800"/>
              <a:gd name="connsiteX5" fmla="*/ 1181172 w 1833999"/>
              <a:gd name="connsiteY5" fmla="*/ 1828800 h 1828800"/>
              <a:gd name="connsiteX6" fmla="*/ 0 w 1833999"/>
              <a:gd name="connsiteY6" fmla="*/ 1820254 h 1828800"/>
              <a:gd name="connsiteX7" fmla="*/ 5199 w 1833999"/>
              <a:gd name="connsiteY7" fmla="*/ 652827 h 1828800"/>
              <a:gd name="connsiteX0" fmla="*/ 0 w 1828800"/>
              <a:gd name="connsiteY0" fmla="*/ 652827 h 1831977"/>
              <a:gd name="connsiteX1" fmla="*/ 652827 w 1828800"/>
              <a:gd name="connsiteY1" fmla="*/ 0 h 1831977"/>
              <a:gd name="connsiteX2" fmla="*/ 1175973 w 1828800"/>
              <a:gd name="connsiteY2" fmla="*/ 0 h 1831977"/>
              <a:gd name="connsiteX3" fmla="*/ 1828800 w 1828800"/>
              <a:gd name="connsiteY3" fmla="*/ 652827 h 1831977"/>
              <a:gd name="connsiteX4" fmla="*/ 1828800 w 1828800"/>
              <a:gd name="connsiteY4" fmla="*/ 1175973 h 1831977"/>
              <a:gd name="connsiteX5" fmla="*/ 1175973 w 1828800"/>
              <a:gd name="connsiteY5" fmla="*/ 1828800 h 1831977"/>
              <a:gd name="connsiteX6" fmla="*/ 2617 w 1828800"/>
              <a:gd name="connsiteY6" fmla="*/ 1831977 h 1831977"/>
              <a:gd name="connsiteX7" fmla="*/ 0 w 1828800"/>
              <a:gd name="connsiteY7" fmla="*/ 652827 h 1831977"/>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2617 w 1828800"/>
              <a:gd name="connsiteY6" fmla="*/ 1828070 h 1828800"/>
              <a:gd name="connsiteX7" fmla="*/ 0 w 1828800"/>
              <a:gd name="connsiteY7" fmla="*/ 652827 h 1828800"/>
              <a:gd name="connsiteX0" fmla="*/ 0 w 1828800"/>
              <a:gd name="connsiteY0" fmla="*/ 652827 h 1831977"/>
              <a:gd name="connsiteX1" fmla="*/ 652827 w 1828800"/>
              <a:gd name="connsiteY1" fmla="*/ 0 h 1831977"/>
              <a:gd name="connsiteX2" fmla="*/ 1175973 w 1828800"/>
              <a:gd name="connsiteY2" fmla="*/ 0 h 1831977"/>
              <a:gd name="connsiteX3" fmla="*/ 1828800 w 1828800"/>
              <a:gd name="connsiteY3" fmla="*/ 652827 h 1831977"/>
              <a:gd name="connsiteX4" fmla="*/ 1828800 w 1828800"/>
              <a:gd name="connsiteY4" fmla="*/ 1175973 h 1831977"/>
              <a:gd name="connsiteX5" fmla="*/ 1175973 w 1828800"/>
              <a:gd name="connsiteY5" fmla="*/ 1828800 h 1831977"/>
              <a:gd name="connsiteX6" fmla="*/ 2617 w 1828800"/>
              <a:gd name="connsiteY6" fmla="*/ 1831977 h 1831977"/>
              <a:gd name="connsiteX7" fmla="*/ 0 w 1828800"/>
              <a:gd name="connsiteY7" fmla="*/ 652827 h 183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28800" h="1831977">
                <a:moveTo>
                  <a:pt x="0" y="652827"/>
                </a:moveTo>
                <a:cubicBezTo>
                  <a:pt x="0" y="292281"/>
                  <a:pt x="292281" y="0"/>
                  <a:pt x="652827" y="0"/>
                </a:cubicBezTo>
                <a:lnTo>
                  <a:pt x="1175973" y="0"/>
                </a:lnTo>
                <a:cubicBezTo>
                  <a:pt x="1536519" y="0"/>
                  <a:pt x="1828800" y="292281"/>
                  <a:pt x="1828800" y="652827"/>
                </a:cubicBezTo>
                <a:lnTo>
                  <a:pt x="1828800" y="1175973"/>
                </a:lnTo>
                <a:cubicBezTo>
                  <a:pt x="1828800" y="1536519"/>
                  <a:pt x="1536519" y="1828800"/>
                  <a:pt x="1175973" y="1828800"/>
                </a:cubicBezTo>
                <a:lnTo>
                  <a:pt x="2617" y="1831977"/>
                </a:lnTo>
                <a:cubicBezTo>
                  <a:pt x="11721" y="1823989"/>
                  <a:pt x="0" y="957627"/>
                  <a:pt x="0" y="652827"/>
                </a:cubicBezTo>
                <a:close/>
              </a:path>
            </a:pathLst>
          </a:custGeom>
          <a:gradFill flip="none" rotWithShape="1">
            <a:gsLst>
              <a:gs pos="41000">
                <a:schemeClr val="accent1">
                  <a:alpha val="0"/>
                  <a:lumMod val="0"/>
                  <a:lumOff val="100000"/>
                </a:schemeClr>
              </a:gs>
              <a:gs pos="98000">
                <a:schemeClr val="accent1">
                  <a:lumMod val="100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29">
            <a:extLst>
              <a:ext uri="{FF2B5EF4-FFF2-40B4-BE49-F238E27FC236}">
                <a16:creationId xmlns:a16="http://schemas.microsoft.com/office/drawing/2014/main" id="{B26FFA59-8ECE-4CF8-A5B5-E55197041A70}"/>
              </a:ext>
            </a:extLst>
          </p:cNvPr>
          <p:cNvSpPr/>
          <p:nvPr/>
        </p:nvSpPr>
        <p:spPr>
          <a:xfrm>
            <a:off x="5680199" y="4020068"/>
            <a:ext cx="1828800" cy="1831977"/>
          </a:xfrm>
          <a:custGeom>
            <a:avLst/>
            <a:gdLst>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652827 w 1828800"/>
              <a:gd name="connsiteY6" fmla="*/ 1828800 h 1828800"/>
              <a:gd name="connsiteX7" fmla="*/ 0 w 1828800"/>
              <a:gd name="connsiteY7" fmla="*/ 1175973 h 1828800"/>
              <a:gd name="connsiteX8" fmla="*/ 0 w 1828800"/>
              <a:gd name="connsiteY8" fmla="*/ 652827 h 1828800"/>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652827 w 1828800"/>
              <a:gd name="connsiteY6" fmla="*/ 1828800 h 1828800"/>
              <a:gd name="connsiteX7" fmla="*/ 0 w 1828800"/>
              <a:gd name="connsiteY7" fmla="*/ 652827 h 1828800"/>
              <a:gd name="connsiteX0" fmla="*/ 72304 w 1901104"/>
              <a:gd name="connsiteY0" fmla="*/ 652827 h 1828800"/>
              <a:gd name="connsiteX1" fmla="*/ 725131 w 1901104"/>
              <a:gd name="connsiteY1" fmla="*/ 0 h 1828800"/>
              <a:gd name="connsiteX2" fmla="*/ 1248277 w 1901104"/>
              <a:gd name="connsiteY2" fmla="*/ 0 h 1828800"/>
              <a:gd name="connsiteX3" fmla="*/ 1901104 w 1901104"/>
              <a:gd name="connsiteY3" fmla="*/ 652827 h 1828800"/>
              <a:gd name="connsiteX4" fmla="*/ 1901104 w 1901104"/>
              <a:gd name="connsiteY4" fmla="*/ 1175973 h 1828800"/>
              <a:gd name="connsiteX5" fmla="*/ 1248277 w 1901104"/>
              <a:gd name="connsiteY5" fmla="*/ 1828800 h 1828800"/>
              <a:gd name="connsiteX6" fmla="*/ 92743 w 1901104"/>
              <a:gd name="connsiteY6" fmla="*/ 1828800 h 1828800"/>
              <a:gd name="connsiteX7" fmla="*/ 72304 w 1901104"/>
              <a:gd name="connsiteY7" fmla="*/ 652827 h 1828800"/>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20439 w 1828800"/>
              <a:gd name="connsiteY6" fmla="*/ 1828800 h 1828800"/>
              <a:gd name="connsiteX7" fmla="*/ 0 w 1828800"/>
              <a:gd name="connsiteY7" fmla="*/ 652827 h 1828800"/>
              <a:gd name="connsiteX0" fmla="*/ 0 w 1828800"/>
              <a:gd name="connsiteY0" fmla="*/ 652827 h 1837345"/>
              <a:gd name="connsiteX1" fmla="*/ 652827 w 1828800"/>
              <a:gd name="connsiteY1" fmla="*/ 0 h 1837345"/>
              <a:gd name="connsiteX2" fmla="*/ 1175973 w 1828800"/>
              <a:gd name="connsiteY2" fmla="*/ 0 h 1837345"/>
              <a:gd name="connsiteX3" fmla="*/ 1828800 w 1828800"/>
              <a:gd name="connsiteY3" fmla="*/ 652827 h 1837345"/>
              <a:gd name="connsiteX4" fmla="*/ 1828800 w 1828800"/>
              <a:gd name="connsiteY4" fmla="*/ 1175973 h 1837345"/>
              <a:gd name="connsiteX5" fmla="*/ 1175973 w 1828800"/>
              <a:gd name="connsiteY5" fmla="*/ 1828800 h 1837345"/>
              <a:gd name="connsiteX6" fmla="*/ 3347 w 1828800"/>
              <a:gd name="connsiteY6" fmla="*/ 1837345 h 1837345"/>
              <a:gd name="connsiteX7" fmla="*/ 0 w 1828800"/>
              <a:gd name="connsiteY7" fmla="*/ 652827 h 1837345"/>
              <a:gd name="connsiteX0" fmla="*/ 5199 w 1833999"/>
              <a:gd name="connsiteY0" fmla="*/ 652827 h 1828800"/>
              <a:gd name="connsiteX1" fmla="*/ 658026 w 1833999"/>
              <a:gd name="connsiteY1" fmla="*/ 0 h 1828800"/>
              <a:gd name="connsiteX2" fmla="*/ 1181172 w 1833999"/>
              <a:gd name="connsiteY2" fmla="*/ 0 h 1828800"/>
              <a:gd name="connsiteX3" fmla="*/ 1833999 w 1833999"/>
              <a:gd name="connsiteY3" fmla="*/ 652827 h 1828800"/>
              <a:gd name="connsiteX4" fmla="*/ 1833999 w 1833999"/>
              <a:gd name="connsiteY4" fmla="*/ 1175973 h 1828800"/>
              <a:gd name="connsiteX5" fmla="*/ 1181172 w 1833999"/>
              <a:gd name="connsiteY5" fmla="*/ 1828800 h 1828800"/>
              <a:gd name="connsiteX6" fmla="*/ 0 w 1833999"/>
              <a:gd name="connsiteY6" fmla="*/ 1820254 h 1828800"/>
              <a:gd name="connsiteX7" fmla="*/ 5199 w 1833999"/>
              <a:gd name="connsiteY7" fmla="*/ 652827 h 1828800"/>
              <a:gd name="connsiteX0" fmla="*/ 0 w 1828800"/>
              <a:gd name="connsiteY0" fmla="*/ 652827 h 1831977"/>
              <a:gd name="connsiteX1" fmla="*/ 652827 w 1828800"/>
              <a:gd name="connsiteY1" fmla="*/ 0 h 1831977"/>
              <a:gd name="connsiteX2" fmla="*/ 1175973 w 1828800"/>
              <a:gd name="connsiteY2" fmla="*/ 0 h 1831977"/>
              <a:gd name="connsiteX3" fmla="*/ 1828800 w 1828800"/>
              <a:gd name="connsiteY3" fmla="*/ 652827 h 1831977"/>
              <a:gd name="connsiteX4" fmla="*/ 1828800 w 1828800"/>
              <a:gd name="connsiteY4" fmla="*/ 1175973 h 1831977"/>
              <a:gd name="connsiteX5" fmla="*/ 1175973 w 1828800"/>
              <a:gd name="connsiteY5" fmla="*/ 1828800 h 1831977"/>
              <a:gd name="connsiteX6" fmla="*/ 2617 w 1828800"/>
              <a:gd name="connsiteY6" fmla="*/ 1831977 h 1831977"/>
              <a:gd name="connsiteX7" fmla="*/ 0 w 1828800"/>
              <a:gd name="connsiteY7" fmla="*/ 652827 h 1831977"/>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2617 w 1828800"/>
              <a:gd name="connsiteY6" fmla="*/ 1828070 h 1828800"/>
              <a:gd name="connsiteX7" fmla="*/ 0 w 1828800"/>
              <a:gd name="connsiteY7" fmla="*/ 652827 h 1828800"/>
              <a:gd name="connsiteX0" fmla="*/ 0 w 1828800"/>
              <a:gd name="connsiteY0" fmla="*/ 652827 h 1831977"/>
              <a:gd name="connsiteX1" fmla="*/ 652827 w 1828800"/>
              <a:gd name="connsiteY1" fmla="*/ 0 h 1831977"/>
              <a:gd name="connsiteX2" fmla="*/ 1175973 w 1828800"/>
              <a:gd name="connsiteY2" fmla="*/ 0 h 1831977"/>
              <a:gd name="connsiteX3" fmla="*/ 1828800 w 1828800"/>
              <a:gd name="connsiteY3" fmla="*/ 652827 h 1831977"/>
              <a:gd name="connsiteX4" fmla="*/ 1828800 w 1828800"/>
              <a:gd name="connsiteY4" fmla="*/ 1175973 h 1831977"/>
              <a:gd name="connsiteX5" fmla="*/ 1175973 w 1828800"/>
              <a:gd name="connsiteY5" fmla="*/ 1828800 h 1831977"/>
              <a:gd name="connsiteX6" fmla="*/ 2617 w 1828800"/>
              <a:gd name="connsiteY6" fmla="*/ 1831977 h 1831977"/>
              <a:gd name="connsiteX7" fmla="*/ 0 w 1828800"/>
              <a:gd name="connsiteY7" fmla="*/ 652827 h 183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28800" h="1831977">
                <a:moveTo>
                  <a:pt x="0" y="652827"/>
                </a:moveTo>
                <a:cubicBezTo>
                  <a:pt x="0" y="292281"/>
                  <a:pt x="292281" y="0"/>
                  <a:pt x="652827" y="0"/>
                </a:cubicBezTo>
                <a:lnTo>
                  <a:pt x="1175973" y="0"/>
                </a:lnTo>
                <a:cubicBezTo>
                  <a:pt x="1536519" y="0"/>
                  <a:pt x="1828800" y="292281"/>
                  <a:pt x="1828800" y="652827"/>
                </a:cubicBezTo>
                <a:lnTo>
                  <a:pt x="1828800" y="1175973"/>
                </a:lnTo>
                <a:cubicBezTo>
                  <a:pt x="1828800" y="1536519"/>
                  <a:pt x="1536519" y="1828800"/>
                  <a:pt x="1175973" y="1828800"/>
                </a:cubicBezTo>
                <a:lnTo>
                  <a:pt x="2617" y="1831977"/>
                </a:lnTo>
                <a:cubicBezTo>
                  <a:pt x="11721" y="1823989"/>
                  <a:pt x="0" y="957627"/>
                  <a:pt x="0" y="652827"/>
                </a:cubicBezTo>
                <a:close/>
              </a:path>
            </a:pathLst>
          </a:custGeom>
          <a:gradFill flip="none" rotWithShape="1">
            <a:gsLst>
              <a:gs pos="41000">
                <a:schemeClr val="accent1">
                  <a:alpha val="0"/>
                  <a:lumMod val="0"/>
                  <a:lumOff val="100000"/>
                </a:schemeClr>
              </a:gs>
              <a:gs pos="98000">
                <a:schemeClr val="accent1">
                  <a:lumMod val="100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8">
            <a:extLst>
              <a:ext uri="{FF2B5EF4-FFF2-40B4-BE49-F238E27FC236}">
                <a16:creationId xmlns:a16="http://schemas.microsoft.com/office/drawing/2014/main" id="{6ACBD02D-8637-C4FA-604D-6FD1607E97D3}"/>
              </a:ext>
            </a:extLst>
          </p:cNvPr>
          <p:cNvSpPr/>
          <p:nvPr/>
        </p:nvSpPr>
        <p:spPr>
          <a:xfrm>
            <a:off x="374072" y="1264642"/>
            <a:ext cx="3079420" cy="369332"/>
          </a:xfrm>
          <a:prstGeom prst="rect">
            <a:avLst/>
          </a:prstGeom>
        </p:spPr>
        <p:txBody>
          <a:bodyPr wrap="square">
            <a:spAutoFit/>
          </a:bodyPr>
          <a:lstStyle/>
          <a:p>
            <a:pPr algn="ctr" eaLnBrk="1" fontAlgn="auto" hangingPunct="1">
              <a:spcBef>
                <a:spcPts val="0"/>
              </a:spcBef>
              <a:spcAft>
                <a:spcPts val="0"/>
              </a:spcAft>
              <a:defRPr/>
            </a:pPr>
            <a:r>
              <a:rPr lang="en-US" b="1" dirty="0" err="1">
                <a:solidFill>
                  <a:schemeClr val="accent1"/>
                </a:solidFill>
                <a:latin typeface="Open Sans" panose="020B0606030504020204" pitchFamily="34" charset="0"/>
              </a:rPr>
              <a:t>Giảng</a:t>
            </a:r>
            <a:r>
              <a:rPr lang="en-US" b="1" dirty="0">
                <a:solidFill>
                  <a:schemeClr val="accent1"/>
                </a:solidFill>
                <a:latin typeface="Open Sans" panose="020B0606030504020204" pitchFamily="34" charset="0"/>
              </a:rPr>
              <a:t> </a:t>
            </a:r>
            <a:r>
              <a:rPr lang="en-US" b="1" dirty="0" err="1">
                <a:solidFill>
                  <a:schemeClr val="accent1"/>
                </a:solidFill>
                <a:latin typeface="Open Sans" panose="020B0606030504020204" pitchFamily="34" charset="0"/>
              </a:rPr>
              <a:t>viên</a:t>
            </a:r>
            <a:r>
              <a:rPr lang="en-US" b="1" dirty="0">
                <a:solidFill>
                  <a:schemeClr val="accent1"/>
                </a:solidFill>
                <a:latin typeface="Open Sans" panose="020B0606030504020204" pitchFamily="34" charset="0"/>
              </a:rPr>
              <a:t> </a:t>
            </a:r>
            <a:r>
              <a:rPr lang="en-US" b="1" dirty="0" err="1">
                <a:solidFill>
                  <a:schemeClr val="accent1"/>
                </a:solidFill>
                <a:latin typeface="Open Sans" panose="020B0606030504020204" pitchFamily="34" charset="0"/>
              </a:rPr>
              <a:t>hướng</a:t>
            </a:r>
            <a:r>
              <a:rPr lang="en-US" b="1" dirty="0">
                <a:solidFill>
                  <a:schemeClr val="accent1"/>
                </a:solidFill>
                <a:latin typeface="Open Sans" panose="020B0606030504020204" pitchFamily="34" charset="0"/>
              </a:rPr>
              <a:t> </a:t>
            </a:r>
            <a:r>
              <a:rPr lang="en-US" b="1" dirty="0" err="1">
                <a:solidFill>
                  <a:schemeClr val="accent1"/>
                </a:solidFill>
                <a:latin typeface="Open Sans" panose="020B0606030504020204" pitchFamily="34" charset="0"/>
              </a:rPr>
              <a:t>dẫn</a:t>
            </a:r>
            <a:r>
              <a:rPr lang="en-US" b="1" dirty="0">
                <a:solidFill>
                  <a:schemeClr val="accent1"/>
                </a:solidFill>
                <a:latin typeface="Open Sans" panose="020B0606030504020204" pitchFamily="34" charset="0"/>
              </a:rPr>
              <a:t>:</a:t>
            </a:r>
            <a:endParaRPr lang="en-US" sz="1050" dirty="0">
              <a:solidFill>
                <a:schemeClr val="accent6">
                  <a:lumMod val="75000"/>
                </a:schemeClr>
              </a:solidFill>
              <a:latin typeface="Open Sans Light" panose="020B0306030504020204" pitchFamily="34" charset="0"/>
            </a:endParaRPr>
          </a:p>
        </p:txBody>
      </p:sp>
      <p:sp>
        <p:nvSpPr>
          <p:cNvPr id="5" name="Rectangle 18">
            <a:extLst>
              <a:ext uri="{FF2B5EF4-FFF2-40B4-BE49-F238E27FC236}">
                <a16:creationId xmlns:a16="http://schemas.microsoft.com/office/drawing/2014/main" id="{BB3E2456-2954-E582-3349-7B2C5D7BEE41}"/>
              </a:ext>
            </a:extLst>
          </p:cNvPr>
          <p:cNvSpPr/>
          <p:nvPr/>
        </p:nvSpPr>
        <p:spPr>
          <a:xfrm>
            <a:off x="374072" y="3578784"/>
            <a:ext cx="3079420" cy="369332"/>
          </a:xfrm>
          <a:prstGeom prst="rect">
            <a:avLst/>
          </a:prstGeom>
        </p:spPr>
        <p:txBody>
          <a:bodyPr wrap="square">
            <a:spAutoFit/>
          </a:bodyPr>
          <a:lstStyle/>
          <a:p>
            <a:pPr algn="ctr" eaLnBrk="1" fontAlgn="auto" hangingPunct="1">
              <a:spcBef>
                <a:spcPts val="0"/>
              </a:spcBef>
              <a:spcAft>
                <a:spcPts val="0"/>
              </a:spcAft>
              <a:defRPr/>
            </a:pPr>
            <a:r>
              <a:rPr lang="en-US" b="1" dirty="0">
                <a:solidFill>
                  <a:schemeClr val="accent1"/>
                </a:solidFill>
                <a:latin typeface="Open Sans" panose="020B0606030504020204" pitchFamily="34" charset="0"/>
              </a:rPr>
              <a:t>Sinh </a:t>
            </a:r>
            <a:r>
              <a:rPr lang="en-US" b="1" dirty="0" err="1">
                <a:solidFill>
                  <a:schemeClr val="accent1"/>
                </a:solidFill>
                <a:latin typeface="Open Sans" panose="020B0606030504020204" pitchFamily="34" charset="0"/>
              </a:rPr>
              <a:t>viên</a:t>
            </a:r>
            <a:r>
              <a:rPr lang="en-US" b="1" dirty="0">
                <a:solidFill>
                  <a:schemeClr val="accent1"/>
                </a:solidFill>
                <a:latin typeface="Open Sans" panose="020B0606030504020204" pitchFamily="34" charset="0"/>
              </a:rPr>
              <a:t> </a:t>
            </a:r>
            <a:r>
              <a:rPr lang="en-US" b="1" dirty="0" err="1">
                <a:solidFill>
                  <a:schemeClr val="accent1"/>
                </a:solidFill>
                <a:latin typeface="Open Sans" panose="020B0606030504020204" pitchFamily="34" charset="0"/>
              </a:rPr>
              <a:t>thực</a:t>
            </a:r>
            <a:r>
              <a:rPr lang="en-US" b="1" dirty="0">
                <a:solidFill>
                  <a:schemeClr val="accent1"/>
                </a:solidFill>
                <a:latin typeface="Open Sans" panose="020B0606030504020204" pitchFamily="34" charset="0"/>
              </a:rPr>
              <a:t> </a:t>
            </a:r>
            <a:r>
              <a:rPr lang="en-US" b="1" dirty="0" err="1">
                <a:solidFill>
                  <a:schemeClr val="accent1"/>
                </a:solidFill>
                <a:latin typeface="Open Sans" panose="020B0606030504020204" pitchFamily="34" charset="0"/>
              </a:rPr>
              <a:t>hiện</a:t>
            </a:r>
            <a:r>
              <a:rPr lang="en-US" b="1" dirty="0">
                <a:solidFill>
                  <a:schemeClr val="accent1"/>
                </a:solidFill>
                <a:latin typeface="Open Sans" panose="020B0606030504020204" pitchFamily="34" charset="0"/>
              </a:rPr>
              <a:t>:</a:t>
            </a:r>
            <a:endParaRPr lang="en-US" sz="1050" dirty="0">
              <a:solidFill>
                <a:schemeClr val="accent6">
                  <a:lumMod val="75000"/>
                </a:schemeClr>
              </a:solidFill>
              <a:latin typeface="Open Sans Light" panose="020B0306030504020204" pitchFamily="34" charset="0"/>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Nội</a:t>
            </a:r>
            <a:r>
              <a:rPr lang="en-US" dirty="0"/>
              <a:t> dung </a:t>
            </a:r>
            <a:r>
              <a:rPr lang="en-US" dirty="0" err="1"/>
              <a:t>trình</a:t>
            </a:r>
            <a:r>
              <a:rPr lang="en-US" dirty="0"/>
              <a:t> </a:t>
            </a:r>
            <a:r>
              <a:rPr lang="en-US" dirty="0" err="1"/>
              <a:t>bày</a:t>
            </a:r>
            <a:endParaRPr lang="en-US" dirty="0"/>
          </a:p>
        </p:txBody>
      </p:sp>
      <p:sp>
        <p:nvSpPr>
          <p:cNvPr id="7" name="Rounded Rectangle 6"/>
          <p:cNvSpPr/>
          <p:nvPr/>
        </p:nvSpPr>
        <p:spPr>
          <a:xfrm rot="2700000">
            <a:off x="2023992" y="2578453"/>
            <a:ext cx="1774106" cy="1774107"/>
          </a:xfrm>
          <a:prstGeom prst="round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1663180" y="4882675"/>
            <a:ext cx="2235266" cy="276999"/>
          </a:xfrm>
          <a:prstGeom prst="rect">
            <a:avLst/>
          </a:prstGeom>
          <a:noFill/>
        </p:spPr>
        <p:txBody>
          <a:bodyPr wrap="square" lIns="0" tIns="0" rIns="0" bIns="0" rtlCol="0">
            <a:spAutoFit/>
          </a:bodyPr>
          <a:lstStyle/>
          <a:p>
            <a:pPr algn="ct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Giới</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thiệu</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vấn</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đề</a:t>
            </a:r>
            <a:endPar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Rounded Rectangle 7"/>
          <p:cNvSpPr/>
          <p:nvPr/>
        </p:nvSpPr>
        <p:spPr>
          <a:xfrm rot="2700000">
            <a:off x="5120450" y="2541946"/>
            <a:ext cx="1774106" cy="1774107"/>
          </a:xfrm>
          <a:prstGeom prst="roundRect">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8116559" y="4883620"/>
            <a:ext cx="3263990" cy="553998"/>
          </a:xfrm>
          <a:prstGeom prst="rect">
            <a:avLst/>
          </a:prstGeom>
          <a:noFill/>
        </p:spPr>
        <p:txBody>
          <a:bodyPr wrap="square" lIns="0" tIns="0" rIns="0" bIns="0" rtlCol="0">
            <a:spAutoFit/>
          </a:bodyPr>
          <a:lstStyle/>
          <a:p>
            <a:pPr algn="just"/>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Kiểm</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soát</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nồng</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độ</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sản</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phẩm</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thời</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gian</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thực</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trên</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cloud</a:t>
            </a:r>
          </a:p>
        </p:txBody>
      </p:sp>
      <p:sp>
        <p:nvSpPr>
          <p:cNvPr id="9" name="Rounded Rectangle 8"/>
          <p:cNvSpPr/>
          <p:nvPr/>
        </p:nvSpPr>
        <p:spPr>
          <a:xfrm rot="2700000">
            <a:off x="8160204" y="2578452"/>
            <a:ext cx="1774106" cy="1774107"/>
          </a:xfrm>
          <a:prstGeom prst="round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p:cNvSpPr txBox="1"/>
          <p:nvPr/>
        </p:nvSpPr>
        <p:spPr>
          <a:xfrm>
            <a:off x="4412677" y="4883620"/>
            <a:ext cx="3189651" cy="553998"/>
          </a:xfrm>
          <a:prstGeom prst="rect">
            <a:avLst/>
          </a:prstGeom>
          <a:noFill/>
        </p:spPr>
        <p:txBody>
          <a:bodyPr wrap="square" lIns="0" tIns="0" rIns="0" bIns="0" rtlCol="0">
            <a:spAutoFit/>
          </a:bodyPr>
          <a:lstStyle/>
          <a:p>
            <a:pPr algn="just"/>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Kiểm</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soát</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bọt</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khí</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CO2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theo</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thời</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gian</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thực</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trên</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cloud</a:t>
            </a:r>
          </a:p>
        </p:txBody>
      </p:sp>
      <p:sp>
        <p:nvSpPr>
          <p:cNvPr id="45" name="TextBox 44"/>
          <p:cNvSpPr txBox="1"/>
          <p:nvPr/>
        </p:nvSpPr>
        <p:spPr>
          <a:xfrm>
            <a:off x="2431263" y="2860144"/>
            <a:ext cx="959563" cy="184666"/>
          </a:xfrm>
          <a:prstGeom prst="rect">
            <a:avLst/>
          </a:prstGeom>
          <a:noFill/>
        </p:spPr>
        <p:txBody>
          <a:bodyPr wrap="square" lIns="0" tIns="0" rIns="0" bIns="0" rtlCol="0">
            <a:spAutoFit/>
          </a:bodyPr>
          <a:lstStyle/>
          <a:p>
            <a:pPr algn="ctr"/>
            <a:r>
              <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9" name="TextBox 48"/>
          <p:cNvSpPr txBox="1"/>
          <p:nvPr/>
        </p:nvSpPr>
        <p:spPr>
          <a:xfrm>
            <a:off x="5527722" y="2823637"/>
            <a:ext cx="959563" cy="184666"/>
          </a:xfrm>
          <a:prstGeom prst="rect">
            <a:avLst/>
          </a:prstGeom>
          <a:noFill/>
        </p:spPr>
        <p:txBody>
          <a:bodyPr wrap="square" lIns="0" tIns="0" rIns="0" bIns="0" rtlCol="0">
            <a:spAutoFit/>
          </a:bodyPr>
          <a:lstStyle/>
          <a:p>
            <a:pPr algn="ctr"/>
            <a:r>
              <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50" name="TextBox 49"/>
          <p:cNvSpPr txBox="1"/>
          <p:nvPr/>
        </p:nvSpPr>
        <p:spPr>
          <a:xfrm>
            <a:off x="8557265" y="2896647"/>
            <a:ext cx="959563" cy="184666"/>
          </a:xfrm>
          <a:prstGeom prst="rect">
            <a:avLst/>
          </a:prstGeom>
          <a:noFill/>
        </p:spPr>
        <p:txBody>
          <a:bodyPr wrap="square" lIns="0" tIns="0" rIns="0" bIns="0" rtlCol="0">
            <a:spAutoFit/>
          </a:bodyPr>
          <a:lstStyle/>
          <a:p>
            <a:pPr algn="ctr"/>
            <a:r>
              <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pic>
        <p:nvPicPr>
          <p:cNvPr id="6" name="Graphic 5">
            <a:extLst>
              <a:ext uri="{FF2B5EF4-FFF2-40B4-BE49-F238E27FC236}">
                <a16:creationId xmlns:a16="http://schemas.microsoft.com/office/drawing/2014/main" id="{409CB3E0-B911-4FFD-BAB3-3C984DFEFF87}"/>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01769" y="3207495"/>
            <a:ext cx="715032" cy="715032"/>
          </a:xfrm>
          <a:prstGeom prst="rect">
            <a:avLst/>
          </a:prstGeom>
        </p:spPr>
      </p:pic>
      <p:pic>
        <p:nvPicPr>
          <p:cNvPr id="32" name="Graphic 31">
            <a:extLst>
              <a:ext uri="{FF2B5EF4-FFF2-40B4-BE49-F238E27FC236}">
                <a16:creationId xmlns:a16="http://schemas.microsoft.com/office/drawing/2014/main" id="{512B93A8-8332-400E-A328-E61EF1BFB31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62238" y="3135430"/>
            <a:ext cx="661503" cy="661503"/>
          </a:xfrm>
          <a:prstGeom prst="rect">
            <a:avLst/>
          </a:prstGeom>
        </p:spPr>
      </p:pic>
      <p:pic>
        <p:nvPicPr>
          <p:cNvPr id="33" name="Graphic 32">
            <a:extLst>
              <a:ext uri="{FF2B5EF4-FFF2-40B4-BE49-F238E27FC236}">
                <a16:creationId xmlns:a16="http://schemas.microsoft.com/office/drawing/2014/main" id="{92E35E2F-17E1-45A7-8CB3-4CF6B986967A}"/>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65194" y="3208439"/>
            <a:ext cx="741481" cy="741481"/>
          </a:xfrm>
          <a:prstGeom prst="rect">
            <a:avLst/>
          </a:prstGeom>
        </p:spPr>
      </p:pic>
    </p:spTree>
    <p:extLst>
      <p:ext uri="{BB962C8B-B14F-4D97-AF65-F5344CB8AC3E}">
        <p14:creationId xmlns:p14="http://schemas.microsoft.com/office/powerpoint/2010/main" val="3214093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5880508" y="3294827"/>
            <a:ext cx="5939315" cy="769441"/>
          </a:xfrm>
          <a:prstGeom prst="rect">
            <a:avLst/>
          </a:prstGeom>
        </p:spPr>
        <p:txBody>
          <a:bodyPr wrap="square" lIns="0" tIns="0" rIns="0" bIns="0" anchor="t" anchorCtr="0">
            <a:spAutoFit/>
          </a:bodyPr>
          <a:lstStyle>
            <a:lvl1pPr algn="l" defTabSz="1828800" rtl="0" eaLnBrk="1" latinLnBrk="0" hangingPunct="1">
              <a:lnSpc>
                <a:spcPct val="90000"/>
              </a:lnSpc>
              <a:spcBef>
                <a:spcPct val="0"/>
              </a:spcBef>
              <a:buNone/>
              <a:defRPr sz="7200" b="1" kern="120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US" sz="5000" dirty="0" err="1">
                <a:solidFill>
                  <a:schemeClr val="bg1"/>
                </a:solidFill>
              </a:rPr>
              <a:t>Giới</a:t>
            </a:r>
            <a:r>
              <a:rPr lang="en-US" sz="5000" dirty="0">
                <a:solidFill>
                  <a:schemeClr val="bg1"/>
                </a:solidFill>
              </a:rPr>
              <a:t> </a:t>
            </a:r>
            <a:r>
              <a:rPr lang="en-US" sz="5000" dirty="0" err="1">
                <a:solidFill>
                  <a:schemeClr val="bg1"/>
                </a:solidFill>
              </a:rPr>
              <a:t>thiệu</a:t>
            </a:r>
            <a:r>
              <a:rPr lang="en-US" sz="5000" dirty="0">
                <a:solidFill>
                  <a:schemeClr val="bg1"/>
                </a:solidFill>
              </a:rPr>
              <a:t> </a:t>
            </a:r>
            <a:r>
              <a:rPr lang="en-US" sz="5000" dirty="0" err="1">
                <a:solidFill>
                  <a:schemeClr val="bg1"/>
                </a:solidFill>
              </a:rPr>
              <a:t>vấn</a:t>
            </a:r>
            <a:r>
              <a:rPr lang="en-US" sz="5000" dirty="0">
                <a:solidFill>
                  <a:schemeClr val="bg1"/>
                </a:solidFill>
              </a:rPr>
              <a:t> </a:t>
            </a:r>
            <a:r>
              <a:rPr lang="en-US" sz="5000" dirty="0" err="1">
                <a:solidFill>
                  <a:schemeClr val="bg1"/>
                </a:solidFill>
              </a:rPr>
              <a:t>đề</a:t>
            </a:r>
            <a:endParaRPr lang="en-US" sz="5000" dirty="0">
              <a:solidFill>
                <a:schemeClr val="bg1"/>
              </a:solidFill>
            </a:endParaRPr>
          </a:p>
        </p:txBody>
      </p:sp>
      <p:grpSp>
        <p:nvGrpSpPr>
          <p:cNvPr id="7" name="Group 6"/>
          <p:cNvGrpSpPr/>
          <p:nvPr/>
        </p:nvGrpSpPr>
        <p:grpSpPr>
          <a:xfrm>
            <a:off x="5670958" y="3000050"/>
            <a:ext cx="838200" cy="76200"/>
            <a:chOff x="3244850" y="3002280"/>
            <a:chExt cx="1752600" cy="152400"/>
          </a:xfrm>
          <a:solidFill>
            <a:schemeClr val="accent3"/>
          </a:solidFill>
        </p:grpSpPr>
        <p:sp>
          <p:nvSpPr>
            <p:cNvPr id="8" name="Rectangle 7"/>
            <p:cNvSpPr/>
            <p:nvPr/>
          </p:nvSpPr>
          <p:spPr>
            <a:xfrm>
              <a:off x="4121150" y="3002280"/>
              <a:ext cx="8763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73736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Ý </a:t>
            </a:r>
            <a:r>
              <a:rPr lang="en-US" dirty="0" err="1"/>
              <a:t>nghĩa</a:t>
            </a:r>
            <a:r>
              <a:rPr lang="en-US" dirty="0"/>
              <a:t> </a:t>
            </a:r>
            <a:r>
              <a:rPr lang="en-US" dirty="0" err="1"/>
              <a:t>nuôi</a:t>
            </a:r>
            <a:r>
              <a:rPr lang="en-US" dirty="0"/>
              <a:t> vi </a:t>
            </a:r>
            <a:r>
              <a:rPr lang="en-US" dirty="0" err="1"/>
              <a:t>tảo</a:t>
            </a:r>
            <a:endParaRPr lang="en-US" dirty="0"/>
          </a:p>
        </p:txBody>
      </p:sp>
      <p:sp>
        <p:nvSpPr>
          <p:cNvPr id="9" name="TextBox 8"/>
          <p:cNvSpPr txBox="1"/>
          <p:nvPr/>
        </p:nvSpPr>
        <p:spPr>
          <a:xfrm>
            <a:off x="7614923" y="2007561"/>
            <a:ext cx="3738878" cy="276999"/>
          </a:xfrm>
          <a:prstGeom prst="rect">
            <a:avLst/>
          </a:prstGeom>
          <a:noFill/>
        </p:spPr>
        <p:txBody>
          <a:bodyPr wrap="square" lIns="0" tIns="0" rIns="0" bIns="0" rtlCol="0">
            <a:spAutoFit/>
          </a:bodyPr>
          <a:lstStyle/>
          <a:p>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Nguồn</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dinh</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dưỡng</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phong</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phú</a:t>
            </a:r>
            <a:endPar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p:cNvSpPr txBox="1"/>
          <p:nvPr/>
        </p:nvSpPr>
        <p:spPr>
          <a:xfrm>
            <a:off x="7608986" y="2402556"/>
            <a:ext cx="3745072" cy="450251"/>
          </a:xfrm>
          <a:prstGeom prst="rect">
            <a:avLst/>
          </a:prstGeom>
          <a:noFill/>
        </p:spPr>
        <p:txBody>
          <a:bodyPr wrap="square" lIns="0" tIns="0" rIns="0" bIns="0" rtlCol="0">
            <a:spAutoFit/>
          </a:bodyPr>
          <a:lstStyle/>
          <a:p>
            <a:pPr>
              <a:lnSpc>
                <a:spcPct val="140000"/>
              </a:lnSpc>
            </a:pPr>
            <a:r>
              <a:rPr lang="vi-VN" sz="1100" dirty="0"/>
              <a:t>Vi tảo chứa nhiều </a:t>
            </a:r>
            <a:r>
              <a:rPr lang="vi-VN" sz="1100" dirty="0" err="1"/>
              <a:t>protein</a:t>
            </a:r>
            <a:r>
              <a:rPr lang="vi-VN" sz="1100" dirty="0"/>
              <a:t>, </a:t>
            </a:r>
            <a:r>
              <a:rPr lang="vi-VN" sz="1100" dirty="0" err="1"/>
              <a:t>vitamin</a:t>
            </a:r>
            <a:r>
              <a:rPr lang="vi-VN" sz="1100" dirty="0"/>
              <a:t>, khoáng chất và các </a:t>
            </a:r>
            <a:r>
              <a:rPr lang="vi-VN" sz="1100" dirty="0" err="1"/>
              <a:t>axit</a:t>
            </a:r>
            <a:r>
              <a:rPr lang="vi-VN" sz="1100" dirty="0"/>
              <a:t> béo omega-3, rất tốt cho sức khỏe con người.</a:t>
            </a:r>
            <a:endParaRPr lang="en-US" sz="1100" spc="25"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1" name="TextBox 10"/>
          <p:cNvSpPr txBox="1"/>
          <p:nvPr/>
        </p:nvSpPr>
        <p:spPr>
          <a:xfrm>
            <a:off x="7614922" y="3110109"/>
            <a:ext cx="4108991" cy="276999"/>
          </a:xfrm>
          <a:prstGeom prst="rect">
            <a:avLst/>
          </a:prstGeom>
          <a:noFill/>
        </p:spPr>
        <p:txBody>
          <a:bodyPr wrap="square" lIns="0" tIns="0" rIns="0" bIns="0" rtlCol="0">
            <a:spAutoFit/>
          </a:bodyPr>
          <a:lstStyle/>
          <a:p>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Ứng</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dụng</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trong</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y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học</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và</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dược</a:t>
            </a: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rPr>
              <a:t>phẩm</a:t>
            </a:r>
            <a:endPar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p:cNvSpPr txBox="1"/>
          <p:nvPr/>
        </p:nvSpPr>
        <p:spPr>
          <a:xfrm>
            <a:off x="7608986" y="3286581"/>
            <a:ext cx="4583014" cy="891270"/>
          </a:xfrm>
          <a:prstGeom prst="rect">
            <a:avLst/>
          </a:prstGeom>
          <a:noFill/>
        </p:spPr>
        <p:txBody>
          <a:bodyPr wrap="square" lIns="0" tIns="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100" dirty="0" err="1">
                <a:latin typeface="Arial" panose="020B0604020202020204" pitchFamily="34" charset="0"/>
              </a:rPr>
              <a:t>S</a:t>
            </a:r>
            <a:r>
              <a:rPr kumimoji="0" lang="en-US" altLang="en-US" sz="1100" b="0" i="0" u="none" strike="noStrike" cap="none" normalizeH="0" baseline="0" dirty="0" err="1">
                <a:ln>
                  <a:noFill/>
                </a:ln>
                <a:solidFill>
                  <a:schemeClr val="tx1"/>
                </a:solidFill>
                <a:effectLst/>
                <a:latin typeface="Arial" panose="020B0604020202020204" pitchFamily="34" charset="0"/>
              </a:rPr>
              <a:t>ản</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xuất</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ra</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các</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hợp</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chất</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có</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giá</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trị</a:t>
            </a:r>
            <a:r>
              <a:rPr kumimoji="0" lang="en-US" altLang="en-US" sz="1100" b="0" i="0" u="none" strike="noStrike" cap="none" normalizeH="0" baseline="0" dirty="0">
                <a:ln>
                  <a:noFill/>
                </a:ln>
                <a:solidFill>
                  <a:schemeClr val="tx1"/>
                </a:solidFill>
                <a:effectLst/>
                <a:latin typeface="Arial" panose="020B0604020202020204" pitchFamily="34" charset="0"/>
              </a:rPr>
              <a:t> y </a:t>
            </a:r>
            <a:r>
              <a:rPr kumimoji="0" lang="en-US" altLang="en-US" sz="1100" b="0" i="0" u="none" strike="noStrike" cap="none" normalizeH="0" baseline="0" dirty="0" err="1">
                <a:ln>
                  <a:noFill/>
                </a:ln>
                <a:solidFill>
                  <a:schemeClr val="tx1"/>
                </a:solidFill>
                <a:effectLst/>
                <a:latin typeface="Arial" panose="020B0604020202020204" pitchFamily="34" charset="0"/>
              </a:rPr>
              <a:t>tế</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như</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chất</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chống</a:t>
            </a:r>
            <a:r>
              <a:rPr kumimoji="0" lang="en-US" altLang="en-US" sz="1100" b="0" i="0" u="none" strike="noStrike" cap="none" normalizeH="0" baseline="0" dirty="0">
                <a:ln>
                  <a:noFill/>
                </a:ln>
                <a:solidFill>
                  <a:schemeClr val="tx1"/>
                </a:solidFill>
                <a:effectLst/>
                <a:latin typeface="Arial" panose="020B0604020202020204" pitchFamily="34" charset="0"/>
              </a:rPr>
              <a:t> oxy </a:t>
            </a:r>
            <a:r>
              <a:rPr kumimoji="0" lang="en-US" altLang="en-US" sz="1100" b="0" i="0" u="none" strike="noStrike" cap="none" normalizeH="0" baseline="0" dirty="0" err="1">
                <a:ln>
                  <a:noFill/>
                </a:ln>
                <a:solidFill>
                  <a:schemeClr val="tx1"/>
                </a:solidFill>
                <a:effectLst/>
                <a:latin typeface="Arial" panose="020B0604020202020204" pitchFamily="34" charset="0"/>
              </a:rPr>
              <a:t>hóa</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chất</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chống</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viêm</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và</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các</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hợp</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chất</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kháng</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khuẩn</a:t>
            </a:r>
            <a:r>
              <a:rPr lang="en-US" altLang="en-US" sz="1100" dirty="0">
                <a:latin typeface="Arial" panose="020B0604020202020204" pitchFamily="34" charset="0"/>
              </a:rPr>
              <a:t>, </a:t>
            </a:r>
            <a:r>
              <a:rPr kumimoji="0" lang="en-US" altLang="en-US" sz="1100" b="0" i="0" u="none" strike="noStrike" cap="none" normalizeH="0" baseline="0" dirty="0">
                <a:ln>
                  <a:noFill/>
                </a:ln>
                <a:solidFill>
                  <a:schemeClr val="tx1"/>
                </a:solidFill>
                <a:effectLst/>
                <a:latin typeface="Arial" panose="020B0604020202020204" pitchFamily="34" charset="0"/>
              </a:rPr>
              <a:t>vaccine </a:t>
            </a:r>
            <a:r>
              <a:rPr kumimoji="0" lang="en-US" altLang="en-US" sz="1100" b="0" i="0" u="none" strike="noStrike" cap="none" normalizeH="0" baseline="0" dirty="0" err="1">
                <a:ln>
                  <a:noFill/>
                </a:ln>
                <a:solidFill>
                  <a:schemeClr val="tx1"/>
                </a:solidFill>
                <a:effectLst/>
                <a:latin typeface="Arial" panose="020B0604020202020204" pitchFamily="34" charset="0"/>
              </a:rPr>
              <a:t>và</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thuốc</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điều</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trị</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các</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bệnh</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khác</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0" i="0" u="none" strike="noStrike" cap="none" normalizeH="0" baseline="0" dirty="0" err="1">
                <a:ln>
                  <a:noFill/>
                </a:ln>
                <a:solidFill>
                  <a:schemeClr val="tx1"/>
                </a:solidFill>
                <a:effectLst/>
                <a:latin typeface="Arial" panose="020B0604020202020204" pitchFamily="34" charset="0"/>
              </a:rPr>
              <a:t>nhau</a:t>
            </a:r>
            <a:r>
              <a:rPr kumimoji="0" lang="en-US" altLang="en-US" sz="1100" b="0" i="0" u="none" strike="noStrike" cap="none" normalizeH="0" baseline="0" dirty="0">
                <a:ln>
                  <a:noFill/>
                </a:ln>
                <a:solidFill>
                  <a:schemeClr val="tx1"/>
                </a:solidFill>
                <a:effectLst/>
                <a:latin typeface="Arial" panose="020B0604020202020204" pitchFamily="34" charset="0"/>
              </a:rPr>
              <a:t>. </a:t>
            </a:r>
          </a:p>
          <a:p>
            <a:pPr>
              <a:lnSpc>
                <a:spcPct val="140000"/>
              </a:lnSpc>
            </a:pPr>
            <a:endParaRPr lang="en-US" sz="1100" spc="25"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3" name="TextBox 12"/>
          <p:cNvSpPr txBox="1"/>
          <p:nvPr/>
        </p:nvSpPr>
        <p:spPr>
          <a:xfrm>
            <a:off x="7614923" y="5315204"/>
            <a:ext cx="3738878" cy="276999"/>
          </a:xfrm>
          <a:prstGeom prst="rect">
            <a:avLst/>
          </a:prstGeom>
          <a:noFill/>
        </p:spPr>
        <p:txBody>
          <a:bodyPr wrap="square" lIns="0" tIns="0" rIns="0" bIns="0" rtlCol="0">
            <a:spAutoFit/>
          </a:bodyPr>
          <a:lstStyle/>
          <a:p>
            <a:r>
              <a:rPr lang="en-US" dirty="0" err="1"/>
              <a:t>Hỗ</a:t>
            </a:r>
            <a:r>
              <a:rPr lang="en-US" dirty="0"/>
              <a:t> </a:t>
            </a:r>
            <a:r>
              <a:rPr lang="en-US" dirty="0" err="1"/>
              <a:t>trợ</a:t>
            </a:r>
            <a:r>
              <a:rPr lang="en-US" dirty="0"/>
              <a:t> </a:t>
            </a:r>
            <a:r>
              <a:rPr lang="en-US" dirty="0" err="1"/>
              <a:t>nông</a:t>
            </a:r>
            <a:r>
              <a:rPr lang="en-US" dirty="0"/>
              <a:t> </a:t>
            </a:r>
            <a:r>
              <a:rPr lang="en-US" dirty="0" err="1"/>
              <a:t>nghiệp</a:t>
            </a:r>
            <a:endPar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p:cNvSpPr txBox="1"/>
          <p:nvPr/>
        </p:nvSpPr>
        <p:spPr>
          <a:xfrm>
            <a:off x="7608986" y="5710199"/>
            <a:ext cx="3745072" cy="687239"/>
          </a:xfrm>
          <a:prstGeom prst="rect">
            <a:avLst/>
          </a:prstGeom>
          <a:noFill/>
        </p:spPr>
        <p:txBody>
          <a:bodyPr wrap="square" lIns="0" tIns="0" rIns="0" bIns="0" rtlCol="0">
            <a:spAutoFit/>
          </a:bodyPr>
          <a:lstStyle/>
          <a:p>
            <a:pPr>
              <a:lnSpc>
                <a:spcPct val="140000"/>
              </a:lnSpc>
            </a:pPr>
            <a:r>
              <a:rPr lang="vi-VN" sz="1100" dirty="0"/>
              <a:t>Vi tảo cũng có thể được sử dụng làm thức ăn chăn nuôi, giúp cải thiện sức khỏe và tăng trưởng của gia súc, gia cầm và thủy sản.</a:t>
            </a:r>
            <a:endParaRPr lang="en-US" sz="1100" spc="25"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49" name="TextBox 48"/>
          <p:cNvSpPr txBox="1"/>
          <p:nvPr/>
        </p:nvSpPr>
        <p:spPr>
          <a:xfrm>
            <a:off x="7614923" y="4212657"/>
            <a:ext cx="3738878" cy="276999"/>
          </a:xfrm>
          <a:prstGeom prst="rect">
            <a:avLst/>
          </a:prstGeom>
          <a:noFill/>
        </p:spPr>
        <p:txBody>
          <a:bodyPr wrap="square" lIns="0" tIns="0" rIns="0" bIns="0" rtlCol="0">
            <a:spAutoFit/>
          </a:bodyPr>
          <a:lstStyle/>
          <a:p>
            <a:r>
              <a:rPr lang="en-US" dirty="0" err="1"/>
              <a:t>Sản</a:t>
            </a:r>
            <a:r>
              <a:rPr lang="en-US" dirty="0"/>
              <a:t> </a:t>
            </a:r>
            <a:r>
              <a:rPr lang="en-US" dirty="0" err="1"/>
              <a:t>xuất</a:t>
            </a:r>
            <a:r>
              <a:rPr lang="en-US" dirty="0"/>
              <a:t> </a:t>
            </a:r>
            <a:r>
              <a:rPr lang="en-US" dirty="0" err="1"/>
              <a:t>các</a:t>
            </a:r>
            <a:r>
              <a:rPr lang="en-US" dirty="0"/>
              <a:t> </a:t>
            </a:r>
            <a:r>
              <a:rPr lang="en-US" dirty="0" err="1"/>
              <a:t>sản</a:t>
            </a:r>
            <a:r>
              <a:rPr lang="en-US" dirty="0"/>
              <a:t> </a:t>
            </a:r>
            <a:r>
              <a:rPr lang="en-US" dirty="0" err="1"/>
              <a:t>phẩm</a:t>
            </a:r>
            <a:r>
              <a:rPr lang="en-US" dirty="0"/>
              <a:t> </a:t>
            </a:r>
            <a:r>
              <a:rPr lang="en-US" dirty="0" err="1"/>
              <a:t>sinh</a:t>
            </a:r>
            <a:r>
              <a:rPr lang="en-US" dirty="0"/>
              <a:t> </a:t>
            </a:r>
            <a:r>
              <a:rPr lang="en-US" dirty="0" err="1"/>
              <a:t>học</a:t>
            </a:r>
            <a:endPar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0" name="TextBox 49"/>
          <p:cNvSpPr txBox="1"/>
          <p:nvPr/>
        </p:nvSpPr>
        <p:spPr>
          <a:xfrm>
            <a:off x="7608986" y="4607652"/>
            <a:ext cx="3745072" cy="450251"/>
          </a:xfrm>
          <a:prstGeom prst="rect">
            <a:avLst/>
          </a:prstGeom>
          <a:noFill/>
        </p:spPr>
        <p:txBody>
          <a:bodyPr wrap="square" lIns="0" tIns="0" rIns="0" bIns="0" rtlCol="0">
            <a:spAutoFit/>
          </a:bodyPr>
          <a:lstStyle/>
          <a:p>
            <a:pPr>
              <a:lnSpc>
                <a:spcPct val="140000"/>
              </a:lnSpc>
            </a:pPr>
            <a:r>
              <a:rPr lang="en-US" sz="1100" dirty="0"/>
              <a:t>S</a:t>
            </a:r>
            <a:r>
              <a:rPr lang="vi-VN" sz="1100" dirty="0" err="1"/>
              <a:t>ản</a:t>
            </a:r>
            <a:r>
              <a:rPr lang="vi-VN" sz="1100" dirty="0"/>
              <a:t> xuất các sản phẩm sinh học như màu thực phẩm, mỹ phẩm, và các sản phẩm chăm sóc da.</a:t>
            </a:r>
            <a:endParaRPr lang="en-US" sz="1100" spc="25"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25" name="Graphic 24">
            <a:extLst>
              <a:ext uri="{FF2B5EF4-FFF2-40B4-BE49-F238E27FC236}">
                <a16:creationId xmlns:a16="http://schemas.microsoft.com/office/drawing/2014/main" id="{BF96A64B-0530-4C64-92B5-03CD2FA0631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70787" y="3092078"/>
            <a:ext cx="617848" cy="617848"/>
          </a:xfrm>
          <a:prstGeom prst="rect">
            <a:avLst/>
          </a:prstGeom>
        </p:spPr>
      </p:pic>
      <p:pic>
        <p:nvPicPr>
          <p:cNvPr id="26" name="Graphic 25">
            <a:extLst>
              <a:ext uri="{FF2B5EF4-FFF2-40B4-BE49-F238E27FC236}">
                <a16:creationId xmlns:a16="http://schemas.microsoft.com/office/drawing/2014/main" id="{5FD513D1-BDCC-440C-BA13-780056FB50B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60147" y="4203659"/>
            <a:ext cx="617848" cy="617848"/>
          </a:xfrm>
          <a:prstGeom prst="rect">
            <a:avLst/>
          </a:prstGeom>
        </p:spPr>
      </p:pic>
      <p:pic>
        <p:nvPicPr>
          <p:cNvPr id="27" name="Graphic 26">
            <a:extLst>
              <a:ext uri="{FF2B5EF4-FFF2-40B4-BE49-F238E27FC236}">
                <a16:creationId xmlns:a16="http://schemas.microsoft.com/office/drawing/2014/main" id="{80A7A2DA-CFA9-4F45-A508-611E80C86E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60147" y="2021696"/>
            <a:ext cx="617848" cy="617848"/>
          </a:xfrm>
          <a:prstGeom prst="rect">
            <a:avLst/>
          </a:prstGeom>
        </p:spPr>
      </p:pic>
      <p:pic>
        <p:nvPicPr>
          <p:cNvPr id="28" name="Graphic 27">
            <a:extLst>
              <a:ext uri="{FF2B5EF4-FFF2-40B4-BE49-F238E27FC236}">
                <a16:creationId xmlns:a16="http://schemas.microsoft.com/office/drawing/2014/main" id="{7E24EAFD-7CF1-413B-82C3-324C7B505712}"/>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1486" y="5274041"/>
            <a:ext cx="437322" cy="437322"/>
          </a:xfrm>
          <a:prstGeom prst="rect">
            <a:avLst/>
          </a:prstGeom>
        </p:spPr>
      </p:pic>
      <p:pic>
        <p:nvPicPr>
          <p:cNvPr id="29" name="Graphic 28">
            <a:extLst>
              <a:ext uri="{FF2B5EF4-FFF2-40B4-BE49-F238E27FC236}">
                <a16:creationId xmlns:a16="http://schemas.microsoft.com/office/drawing/2014/main" id="{2B717170-B608-4890-A745-80BC46DEF84D}"/>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70787" y="5297332"/>
            <a:ext cx="617847" cy="617847"/>
          </a:xfrm>
          <a:prstGeom prst="rect">
            <a:avLst/>
          </a:prstGeom>
        </p:spPr>
      </p:pic>
      <p:sp>
        <p:nvSpPr>
          <p:cNvPr id="16" name="Chỗ dành sẵn cho Văn bản 15">
            <a:extLst>
              <a:ext uri="{FF2B5EF4-FFF2-40B4-BE49-F238E27FC236}">
                <a16:creationId xmlns:a16="http://schemas.microsoft.com/office/drawing/2014/main" id="{CA5618D3-0BC1-89AA-EB4B-9112962928BD}"/>
              </a:ext>
            </a:extLst>
          </p:cNvPr>
          <p:cNvSpPr>
            <a:spLocks noGrp="1"/>
          </p:cNvSpPr>
          <p:nvPr>
            <p:ph type="body" sz="quarter" idx="11"/>
          </p:nvPr>
        </p:nvSpPr>
        <p:spPr>
          <a:xfrm>
            <a:off x="6856004" y="1251718"/>
            <a:ext cx="4486910" cy="212350"/>
          </a:xfrm>
        </p:spPr>
        <p:txBody>
          <a:bodyPr/>
          <a:lstStyle/>
          <a:p>
            <a:r>
              <a:rPr lang="en-US" dirty="0"/>
              <a:t>Trong </a:t>
            </a:r>
            <a:r>
              <a:rPr lang="en-US" dirty="0" err="1"/>
              <a:t>công</a:t>
            </a:r>
            <a:r>
              <a:rPr lang="en-US" dirty="0"/>
              <a:t> </a:t>
            </a:r>
            <a:r>
              <a:rPr lang="en-US" dirty="0" err="1"/>
              <a:t>nghiệp</a:t>
            </a:r>
            <a:endParaRPr lang="en-US" dirty="0"/>
          </a:p>
        </p:txBody>
      </p:sp>
      <p:sp>
        <p:nvSpPr>
          <p:cNvPr id="24" name="Rectangle 6">
            <a:extLst>
              <a:ext uri="{FF2B5EF4-FFF2-40B4-BE49-F238E27FC236}">
                <a16:creationId xmlns:a16="http://schemas.microsoft.com/office/drawing/2014/main" id="{2EA2C0E2-65A2-A12D-AF5D-670DD62CDC09}"/>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0" name="Picture 2" descr="Frontiers | Developing algae as a sustainable food source">
            <a:extLst>
              <a:ext uri="{FF2B5EF4-FFF2-40B4-BE49-F238E27FC236}">
                <a16:creationId xmlns:a16="http://schemas.microsoft.com/office/drawing/2014/main" id="{442D58A0-77C5-6ACB-786F-EAAF5B03968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8034" y="1774761"/>
            <a:ext cx="5785365" cy="406056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3">
            <a:extLst>
              <a:ext uri="{FF2B5EF4-FFF2-40B4-BE49-F238E27FC236}">
                <a16:creationId xmlns:a16="http://schemas.microsoft.com/office/drawing/2014/main" id="{71C2FE6C-ED12-ABE3-727B-FC55BCF7D337}"/>
              </a:ext>
            </a:extLst>
          </p:cNvPr>
          <p:cNvPicPr>
            <a:picLocks noChangeAspect="1"/>
          </p:cNvPicPr>
          <p:nvPr/>
        </p:nvPicPr>
        <p:blipFill rotWithShape="1">
          <a:blip r:embed="rId13"/>
          <a:srcRect l="30848" t="42584" r="44240" b="16491"/>
          <a:stretch/>
        </p:blipFill>
        <p:spPr>
          <a:xfrm>
            <a:off x="288034" y="1589276"/>
            <a:ext cx="4528423" cy="4464542"/>
          </a:xfrm>
          <a:prstGeom prst="rect">
            <a:avLst/>
          </a:prstGeom>
        </p:spPr>
      </p:pic>
    </p:spTree>
    <p:extLst>
      <p:ext uri="{BB962C8B-B14F-4D97-AF65-F5344CB8AC3E}">
        <p14:creationId xmlns:p14="http://schemas.microsoft.com/office/powerpoint/2010/main" val="3928121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 Box 27">
            <a:extLst>
              <a:ext uri="{FF2B5EF4-FFF2-40B4-BE49-F238E27FC236}">
                <a16:creationId xmlns:a16="http://schemas.microsoft.com/office/drawing/2014/main" id="{68B139EE-9DE2-E246-98C4-A5A361D0794D}"/>
              </a:ext>
            </a:extLst>
          </p:cNvPr>
          <p:cNvSpPr txBox="1">
            <a:spLocks/>
          </p:cNvSpPr>
          <p:nvPr/>
        </p:nvSpPr>
        <p:spPr bwMode="auto">
          <a:xfrm>
            <a:off x="4580798" y="382788"/>
            <a:ext cx="4290211" cy="543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25400" tIns="25400" rIns="25400" bIns="25400">
            <a:spAutoFit/>
          </a:bodyPr>
          <a:lstStyle>
            <a:lvl1pPr>
              <a:defRPr sz="3000" b="1">
                <a:solidFill>
                  <a:srgbClr val="000000"/>
                </a:solidFill>
                <a:latin typeface="Helvetica Neue" charset="0"/>
                <a:ea typeface="Helvetica Neue" charset="0"/>
                <a:cs typeface="Helvetica Neue" charset="0"/>
                <a:sym typeface="Helvetica Neue" charset="0"/>
              </a:defRPr>
            </a:lvl1pPr>
            <a:lvl2pPr marL="742950" indent="-285750">
              <a:defRPr sz="3000" b="1">
                <a:solidFill>
                  <a:srgbClr val="000000"/>
                </a:solidFill>
                <a:latin typeface="Helvetica Neue" charset="0"/>
                <a:ea typeface="Helvetica Neue" charset="0"/>
                <a:cs typeface="Helvetica Neue" charset="0"/>
                <a:sym typeface="Helvetica Neue" charset="0"/>
              </a:defRPr>
            </a:lvl2pPr>
            <a:lvl3pPr marL="1143000" indent="-228600">
              <a:defRPr sz="3000" b="1">
                <a:solidFill>
                  <a:srgbClr val="000000"/>
                </a:solidFill>
                <a:latin typeface="Helvetica Neue" charset="0"/>
                <a:ea typeface="Helvetica Neue" charset="0"/>
                <a:cs typeface="Helvetica Neue" charset="0"/>
                <a:sym typeface="Helvetica Neue" charset="0"/>
              </a:defRPr>
            </a:lvl3pPr>
            <a:lvl4pPr marL="1600200" indent="-228600">
              <a:defRPr sz="3000" b="1">
                <a:solidFill>
                  <a:srgbClr val="000000"/>
                </a:solidFill>
                <a:latin typeface="Helvetica Neue" charset="0"/>
                <a:ea typeface="Helvetica Neue" charset="0"/>
                <a:cs typeface="Helvetica Neue" charset="0"/>
                <a:sym typeface="Helvetica Neue" charset="0"/>
              </a:defRPr>
            </a:lvl4pPr>
            <a:lvl5pPr marL="2057400" indent="-228600">
              <a:defRPr sz="3000" b="1">
                <a:solidFill>
                  <a:srgbClr val="000000"/>
                </a:solidFill>
                <a:latin typeface="Helvetica Neue" charset="0"/>
                <a:ea typeface="Helvetica Neue" charset="0"/>
                <a:cs typeface="Helvetica Neue" charset="0"/>
                <a:sym typeface="Helvetica Neue" charset="0"/>
              </a:defRPr>
            </a:lvl5pPr>
            <a:lvl6pPr marL="2514600" indent="-228600" defTabSz="825500" eaLnBrk="0" fontAlgn="base" hangingPunct="0">
              <a:spcBef>
                <a:spcPct val="0"/>
              </a:spcBef>
              <a:spcAft>
                <a:spcPct val="0"/>
              </a:spcAft>
              <a:defRPr sz="3000" b="1">
                <a:solidFill>
                  <a:srgbClr val="000000"/>
                </a:solidFill>
                <a:latin typeface="Helvetica Neue" charset="0"/>
                <a:ea typeface="Helvetica Neue" charset="0"/>
                <a:cs typeface="Helvetica Neue" charset="0"/>
                <a:sym typeface="Helvetica Neue" charset="0"/>
              </a:defRPr>
            </a:lvl6pPr>
            <a:lvl7pPr marL="2971800" indent="-228600" defTabSz="825500" eaLnBrk="0" fontAlgn="base" hangingPunct="0">
              <a:spcBef>
                <a:spcPct val="0"/>
              </a:spcBef>
              <a:spcAft>
                <a:spcPct val="0"/>
              </a:spcAft>
              <a:defRPr sz="3000" b="1">
                <a:solidFill>
                  <a:srgbClr val="000000"/>
                </a:solidFill>
                <a:latin typeface="Helvetica Neue" charset="0"/>
                <a:ea typeface="Helvetica Neue" charset="0"/>
                <a:cs typeface="Helvetica Neue" charset="0"/>
                <a:sym typeface="Helvetica Neue" charset="0"/>
              </a:defRPr>
            </a:lvl7pPr>
            <a:lvl8pPr marL="3429000" indent="-228600" defTabSz="825500" eaLnBrk="0" fontAlgn="base" hangingPunct="0">
              <a:spcBef>
                <a:spcPct val="0"/>
              </a:spcBef>
              <a:spcAft>
                <a:spcPct val="0"/>
              </a:spcAft>
              <a:defRPr sz="3000" b="1">
                <a:solidFill>
                  <a:srgbClr val="000000"/>
                </a:solidFill>
                <a:latin typeface="Helvetica Neue" charset="0"/>
                <a:ea typeface="Helvetica Neue" charset="0"/>
                <a:cs typeface="Helvetica Neue" charset="0"/>
                <a:sym typeface="Helvetica Neue" charset="0"/>
              </a:defRPr>
            </a:lvl8pPr>
            <a:lvl9pPr marL="3886200" indent="-228600" defTabSz="825500" eaLnBrk="0" fontAlgn="base" hangingPunct="0">
              <a:spcBef>
                <a:spcPct val="0"/>
              </a:spcBef>
              <a:spcAft>
                <a:spcPct val="0"/>
              </a:spcAft>
              <a:defRPr sz="3000" b="1">
                <a:solidFill>
                  <a:srgbClr val="000000"/>
                </a:solidFill>
                <a:latin typeface="Helvetica Neue" charset="0"/>
                <a:ea typeface="Helvetica Neue" charset="0"/>
                <a:cs typeface="Helvetica Neue" charset="0"/>
                <a:sym typeface="Helvetica Neue" charset="0"/>
              </a:defRPr>
            </a:lvl9pPr>
          </a:lstStyle>
          <a:p>
            <a:pPr algn="ctr"/>
            <a:r>
              <a:rPr lang="vi-VN" sz="3200" dirty="0">
                <a:solidFill>
                  <a:schemeClr val="accent1"/>
                </a:solidFill>
                <a:latin typeface="Open Sans" panose="020B0606030504020204" pitchFamily="34" charset="0"/>
              </a:rPr>
              <a:t>Mục Tiêu Của Dự Án</a:t>
            </a:r>
            <a:endParaRPr lang="en-US" sz="3200" dirty="0">
              <a:solidFill>
                <a:schemeClr val="accent1"/>
              </a:solidFill>
              <a:latin typeface="Open Sans" panose="020B0606030504020204" pitchFamily="34" charset="0"/>
            </a:endParaRPr>
          </a:p>
        </p:txBody>
      </p:sp>
      <p:sp>
        <p:nvSpPr>
          <p:cNvPr id="2" name="AutoShape 2">
            <a:extLst>
              <a:ext uri="{FF2B5EF4-FFF2-40B4-BE49-F238E27FC236}">
                <a16:creationId xmlns:a16="http://schemas.microsoft.com/office/drawing/2014/main" id="{A637D02F-0BD4-A4C0-CFEC-5E841DED9E1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TextBox 19">
            <a:extLst>
              <a:ext uri="{FF2B5EF4-FFF2-40B4-BE49-F238E27FC236}">
                <a16:creationId xmlns:a16="http://schemas.microsoft.com/office/drawing/2014/main" id="{581F2C2C-1570-0EA6-E704-F5127E6B2017}"/>
              </a:ext>
            </a:extLst>
          </p:cNvPr>
          <p:cNvSpPr txBox="1"/>
          <p:nvPr/>
        </p:nvSpPr>
        <p:spPr>
          <a:xfrm>
            <a:off x="4851956" y="1106611"/>
            <a:ext cx="6849981" cy="5816977"/>
          </a:xfrm>
          <a:prstGeom prst="rect">
            <a:avLst/>
          </a:prstGeom>
          <a:noFill/>
        </p:spPr>
        <p:txBody>
          <a:bodyPr wrap="square" lIns="0" tIns="0" rIns="0" bIns="0" rtlCol="0">
            <a:spAutoFit/>
          </a:bodyPr>
          <a:lstStyle/>
          <a:p>
            <a:r>
              <a:rPr lang="en-US" sz="1400" b="1" u="sng" dirty="0">
                <a:solidFill>
                  <a:schemeClr val="accent4"/>
                </a:solidFill>
                <a:latin typeface="Open Sans" panose="020B0606030504020204" pitchFamily="34" charset="0"/>
              </a:rPr>
              <a:t>1. 1.  </a:t>
            </a:r>
            <a:r>
              <a:rPr lang="en-US" sz="1400" b="1" u="sng" dirty="0" err="1">
                <a:solidFill>
                  <a:schemeClr val="accent4"/>
                </a:solidFill>
                <a:latin typeface="Open Sans" panose="020B0606030504020204" pitchFamily="34" charset="0"/>
              </a:rPr>
              <a:t>Kiểm</a:t>
            </a:r>
            <a:r>
              <a:rPr lang="en-US" sz="1400" b="1" u="sng" dirty="0">
                <a:solidFill>
                  <a:schemeClr val="accent4"/>
                </a:solidFill>
                <a:latin typeface="Open Sans" panose="020B0606030504020204" pitchFamily="34" charset="0"/>
              </a:rPr>
              <a:t> </a:t>
            </a:r>
            <a:r>
              <a:rPr lang="en-US" sz="1400" b="1" u="sng" dirty="0" err="1">
                <a:solidFill>
                  <a:schemeClr val="accent4"/>
                </a:solidFill>
                <a:latin typeface="Open Sans" panose="020B0606030504020204" pitchFamily="34" charset="0"/>
              </a:rPr>
              <a:t>soát</a:t>
            </a:r>
            <a:r>
              <a:rPr lang="en-US" sz="1400" b="1" u="sng" dirty="0">
                <a:solidFill>
                  <a:schemeClr val="accent4"/>
                </a:solidFill>
                <a:latin typeface="Open Sans" panose="020B0606030504020204" pitchFamily="34" charset="0"/>
              </a:rPr>
              <a:t> </a:t>
            </a:r>
            <a:r>
              <a:rPr lang="vi-VN" sz="1400" b="1" u="sng" dirty="0">
                <a:solidFill>
                  <a:schemeClr val="accent4"/>
                </a:solidFill>
                <a:latin typeface="Open Sans" panose="020B0606030504020204" pitchFamily="34" charset="0"/>
              </a:rPr>
              <a:t>bột </a:t>
            </a:r>
            <a:r>
              <a:rPr lang="en-US" sz="1400" b="1" u="sng" dirty="0" err="1">
                <a:solidFill>
                  <a:schemeClr val="accent4"/>
                </a:solidFill>
                <a:latin typeface="Open Sans" panose="020B0606030504020204" pitchFamily="34" charset="0"/>
              </a:rPr>
              <a:t>khí</a:t>
            </a:r>
            <a:r>
              <a:rPr lang="en-US" sz="1400" b="1" u="sng" dirty="0">
                <a:solidFill>
                  <a:schemeClr val="accent4"/>
                </a:solidFill>
                <a:latin typeface="Open Sans" panose="020B0606030504020204" pitchFamily="34" charset="0"/>
              </a:rPr>
              <a:t>  CO2</a:t>
            </a:r>
            <a:r>
              <a:rPr lang="vi-VN" sz="1400" b="1" u="sng" dirty="0">
                <a:solidFill>
                  <a:schemeClr val="accent4"/>
                </a:solidFill>
                <a:latin typeface="Open Sans" panose="020B0606030504020204" pitchFamily="34" charset="0"/>
              </a:rPr>
              <a:t> theo thời gian thực trên cloud</a:t>
            </a:r>
            <a:endParaRPr lang="vi-VN" sz="1400" dirty="0">
              <a:solidFill>
                <a:schemeClr val="tx2"/>
              </a:solidFill>
              <a:latin typeface="Open Sans" panose="020B0606030504020204" pitchFamily="34" charset="0"/>
            </a:endParaRPr>
          </a:p>
          <a:p>
            <a:pPr marL="800100" lvl="1" indent="-342900">
              <a:buFont typeface="Arial" panose="020B0604020202020204" pitchFamily="34" charset="0"/>
              <a:buChar char="•"/>
            </a:pPr>
            <a:r>
              <a:rPr lang="vi-VN" sz="1400" dirty="0">
                <a:solidFill>
                  <a:schemeClr val="tx2"/>
                </a:solidFill>
                <a:latin typeface="Open Sans" panose="020B0606030504020204" pitchFamily="34" charset="0"/>
              </a:rPr>
              <a:t>Nồng độ và trạng thái của bọt khí CO2 ảnh hưởng trực tiếp đến hiệu suất chất lượng sản phẩm</a:t>
            </a:r>
          </a:p>
          <a:p>
            <a:pPr marL="800100" lvl="1" indent="-342900">
              <a:buFont typeface="Arial" panose="020B0604020202020204" pitchFamily="34" charset="0"/>
              <a:buChar char="•"/>
            </a:pPr>
            <a:r>
              <a:rPr lang="vi-VN" sz="1400" dirty="0">
                <a:solidFill>
                  <a:schemeClr val="tx2"/>
                </a:solidFill>
                <a:latin typeface="Open Sans" panose="020B0606030504020204" pitchFamily="34" charset="0"/>
              </a:rPr>
              <a:t>Giám sát bột khí CO2 là tiêu chí quan </a:t>
            </a:r>
            <a:r>
              <a:rPr lang="vi-VN" sz="1400" dirty="0" err="1">
                <a:solidFill>
                  <a:schemeClr val="tx2"/>
                </a:solidFill>
                <a:latin typeface="Open Sans" panose="020B0606030504020204" pitchFamily="34" charset="0"/>
              </a:rPr>
              <a:t>tr</a:t>
            </a:r>
            <a:r>
              <a:rPr lang="en-US" sz="1400" dirty="0" err="1">
                <a:solidFill>
                  <a:schemeClr val="tx2"/>
                </a:solidFill>
                <a:latin typeface="Open Sans" panose="020B0606030504020204" pitchFamily="34" charset="0"/>
              </a:rPr>
              <a:t>ọng</a:t>
            </a:r>
            <a:r>
              <a:rPr lang="vi-VN" sz="1400" dirty="0">
                <a:solidFill>
                  <a:schemeClr val="tx2"/>
                </a:solidFill>
                <a:latin typeface="Open Sans" panose="020B0606030504020204" pitchFamily="34" charset="0"/>
              </a:rPr>
              <a:t> trong quá trình sản xuất sản phẩm AAA </a:t>
            </a:r>
          </a:p>
          <a:p>
            <a:pPr lvl="1"/>
            <a:r>
              <a:rPr lang="vi-VN" sz="1400" u="sng" dirty="0">
                <a:solidFill>
                  <a:schemeClr val="tx2"/>
                </a:solidFill>
                <a:latin typeface="Open Sans" panose="020B0606030504020204" pitchFamily="34" charset="0"/>
              </a:rPr>
              <a:t>Công việc</a:t>
            </a:r>
            <a:r>
              <a:rPr lang="vi-VN" sz="1400" dirty="0">
                <a:solidFill>
                  <a:schemeClr val="tx2"/>
                </a:solidFill>
                <a:latin typeface="Open Sans" panose="020B0606030504020204" pitchFamily="34" charset="0"/>
              </a:rPr>
              <a:t> </a:t>
            </a:r>
          </a:p>
          <a:p>
            <a:pPr marL="800100" lvl="1" indent="-342900">
              <a:buFont typeface="Arial" panose="020B0604020202020204" pitchFamily="34" charset="0"/>
              <a:buChar char="•"/>
            </a:pPr>
            <a:r>
              <a:rPr lang="vi-VN" sz="1400" dirty="0">
                <a:solidFill>
                  <a:schemeClr val="tx2"/>
                </a:solidFill>
                <a:latin typeface="Open Sans" panose="020B0606030504020204" pitchFamily="34" charset="0"/>
              </a:rPr>
              <a:t>Hệ thống giám xác bao gồm</a:t>
            </a:r>
          </a:p>
          <a:p>
            <a:pPr marL="1257300" lvl="2" indent="-342900">
              <a:buFont typeface="Arial" panose="020B0604020202020204" pitchFamily="34" charset="0"/>
              <a:buChar char="•"/>
            </a:pPr>
            <a:r>
              <a:rPr lang="vi-VN" sz="1400" dirty="0">
                <a:solidFill>
                  <a:schemeClr val="tx2"/>
                </a:solidFill>
                <a:latin typeface="Open Sans" panose="020B0606030504020204" pitchFamily="34" charset="0"/>
              </a:rPr>
              <a:t>Camera của smart phone xử dụng để ghi nhận hình ảnh của bột khí</a:t>
            </a:r>
          </a:p>
          <a:p>
            <a:pPr marL="1257300" lvl="2" indent="-342900">
              <a:buFont typeface="Arial" panose="020B0604020202020204" pitchFamily="34" charset="0"/>
              <a:buChar char="•"/>
            </a:pPr>
            <a:r>
              <a:rPr lang="vi-VN" sz="1400" dirty="0">
                <a:solidFill>
                  <a:schemeClr val="tx2"/>
                </a:solidFill>
                <a:latin typeface="Open Sans" panose="020B0606030504020204" pitchFamily="34" charset="0"/>
              </a:rPr>
              <a:t>Xây dựng mô hình Yolo sử dụng để tự động hóa việc giám xác nồng độ và trạng thái bột khí từ camera</a:t>
            </a:r>
          </a:p>
          <a:p>
            <a:pPr marL="1257300" lvl="2" indent="-342900">
              <a:buFont typeface="Arial" panose="020B0604020202020204" pitchFamily="34" charset="0"/>
              <a:buChar char="•"/>
            </a:pPr>
            <a:r>
              <a:rPr lang="vi-VN" sz="1400" dirty="0">
                <a:solidFill>
                  <a:schemeClr val="tx2"/>
                </a:solidFill>
                <a:latin typeface="Open Sans" panose="020B0606030504020204" pitchFamily="34" charset="0"/>
              </a:rPr>
              <a:t>Xây dựng digital platform bao gồm Camera/Yolo model/Kafka/ Telegraf/InfluxDB/Grafana sử dụng để giám xác bột khí CO2 theo thời gian thực trên cloud</a:t>
            </a:r>
          </a:p>
          <a:p>
            <a:pPr marL="342900" indent="-342900">
              <a:buFontTx/>
              <a:buAutoNum type="arabicPeriod"/>
            </a:pPr>
            <a:r>
              <a:rPr lang="vi-VN" sz="1400" b="1" u="sng" dirty="0">
                <a:solidFill>
                  <a:schemeClr val="accent4"/>
                </a:solidFill>
                <a:latin typeface="Open Sans" panose="020B0606030504020204" pitchFamily="34" charset="0"/>
              </a:rPr>
              <a:t>Kiển soát nồng độ sản phẩm theo thời gian thực</a:t>
            </a:r>
          </a:p>
          <a:p>
            <a:pPr marL="800100" lvl="1" indent="-342900">
              <a:buFont typeface="Arial" panose="020B0604020202020204" pitchFamily="34" charset="0"/>
              <a:buChar char="•"/>
            </a:pPr>
            <a:r>
              <a:rPr lang="vi-VN" sz="1400" dirty="0">
                <a:solidFill>
                  <a:schemeClr val="tx2"/>
                </a:solidFill>
                <a:latin typeface="Open Sans" panose="020B0606030504020204" pitchFamily="34" charset="0"/>
              </a:rPr>
              <a:t>Nồng độ sản phẩm (AAA) cần được giám xác thông qua thiết bị phân tích Raman theo gian thực trong suất quá trình sản xuất.</a:t>
            </a:r>
          </a:p>
          <a:p>
            <a:pPr marL="800100" lvl="1" indent="-342900">
              <a:buFont typeface="Arial" panose="020B0604020202020204" pitchFamily="34" charset="0"/>
              <a:buChar char="•"/>
            </a:pPr>
            <a:r>
              <a:rPr lang="vi-VN" sz="1400" dirty="0">
                <a:solidFill>
                  <a:schemeClr val="tx2"/>
                </a:solidFill>
                <a:latin typeface="Open Sans" panose="020B0606030504020204" pitchFamily="34" charset="0"/>
              </a:rPr>
              <a:t>Một mô hình máy học dùng để chuyển đổi tính hiệu phổ số Raman sang nồng độ sản phẩm.</a:t>
            </a:r>
          </a:p>
          <a:p>
            <a:pPr lvl="1"/>
            <a:r>
              <a:rPr lang="vi-VN" sz="1400" dirty="0">
                <a:solidFill>
                  <a:schemeClr val="tx2"/>
                </a:solidFill>
                <a:latin typeface="Open Sans" panose="020B0606030504020204" pitchFamily="34" charset="0"/>
              </a:rPr>
              <a:t> </a:t>
            </a:r>
            <a:r>
              <a:rPr lang="vi-VN" sz="1400" u="sng" dirty="0">
                <a:solidFill>
                  <a:schemeClr val="tx2"/>
                </a:solidFill>
                <a:latin typeface="Open Sans" panose="020B0606030504020204" pitchFamily="34" charset="0"/>
              </a:rPr>
              <a:t>Công việc</a:t>
            </a:r>
            <a:r>
              <a:rPr lang="vi-VN" sz="1400" dirty="0">
                <a:solidFill>
                  <a:schemeClr val="tx2"/>
                </a:solidFill>
                <a:latin typeface="Open Sans" panose="020B0606030504020204" pitchFamily="34" charset="0"/>
              </a:rPr>
              <a:t> </a:t>
            </a:r>
          </a:p>
          <a:p>
            <a:pPr marL="800100" lvl="1" indent="-342900">
              <a:buFont typeface="Arial" panose="020B0604020202020204" pitchFamily="34" charset="0"/>
              <a:buChar char="•"/>
            </a:pPr>
            <a:r>
              <a:rPr lang="vi-VN" sz="1400" dirty="0">
                <a:solidFill>
                  <a:schemeClr val="tx2"/>
                </a:solidFill>
                <a:latin typeface="Open Sans" panose="020B0606030504020204" pitchFamily="34" charset="0"/>
              </a:rPr>
              <a:t>Hệ thống giám xác bao gồm</a:t>
            </a:r>
          </a:p>
          <a:p>
            <a:pPr marL="1257300" lvl="2" indent="-342900">
              <a:buFont typeface="Arial" panose="020B0604020202020204" pitchFamily="34" charset="0"/>
              <a:buChar char="•"/>
            </a:pPr>
            <a:r>
              <a:rPr lang="vi-VN" sz="1400" dirty="0">
                <a:solidFill>
                  <a:schemeClr val="tx2"/>
                </a:solidFill>
                <a:latin typeface="Open Sans" panose="020B0606030504020204" pitchFamily="34" charset="0"/>
              </a:rPr>
              <a:t>Xây dựng mô hình máy học sử dụng để tự động hóa việc giám xác nồng độ sản phẩm từ dữ liệu số Raman</a:t>
            </a:r>
          </a:p>
          <a:p>
            <a:pPr marL="1257300" lvl="2" indent="-342900">
              <a:buFont typeface="Arial" panose="020B0604020202020204" pitchFamily="34" charset="0"/>
              <a:buChar char="•"/>
            </a:pPr>
            <a:r>
              <a:rPr lang="vi-VN" sz="1400" dirty="0">
                <a:solidFill>
                  <a:schemeClr val="tx2"/>
                </a:solidFill>
                <a:latin typeface="Open Sans" panose="020B0606030504020204" pitchFamily="34" charset="0"/>
              </a:rPr>
              <a:t>Xây dựng digital platform bao gồm azure </a:t>
            </a:r>
            <a:r>
              <a:rPr lang="vi-VN" sz="1400" dirty="0" err="1">
                <a:solidFill>
                  <a:schemeClr val="tx2"/>
                </a:solidFill>
                <a:latin typeface="Open Sans" panose="020B0606030504020204" pitchFamily="34" charset="0"/>
              </a:rPr>
              <a:t>event</a:t>
            </a:r>
            <a:r>
              <a:rPr lang="vi-VN" sz="1400" dirty="0">
                <a:solidFill>
                  <a:schemeClr val="tx2"/>
                </a:solidFill>
                <a:latin typeface="Open Sans" panose="020B0606030504020204" pitchFamily="34" charset="0"/>
              </a:rPr>
              <a:t> </a:t>
            </a:r>
            <a:r>
              <a:rPr lang="vi-VN" sz="1400" dirty="0" err="1">
                <a:solidFill>
                  <a:schemeClr val="tx2"/>
                </a:solidFill>
                <a:latin typeface="Open Sans" panose="020B0606030504020204" pitchFamily="34" charset="0"/>
              </a:rPr>
              <a:t>hub</a:t>
            </a:r>
            <a:r>
              <a:rPr lang="en-US" sz="1400" dirty="0">
                <a:solidFill>
                  <a:schemeClr val="tx2"/>
                </a:solidFill>
                <a:latin typeface="Open Sans" panose="020B0606030504020204" pitchFamily="34" charset="0"/>
              </a:rPr>
              <a:t>, Databricks, Azure Machine Learning, Delta Lake, Azure Data Storage, P</a:t>
            </a:r>
            <a:r>
              <a:rPr lang="vi-VN" sz="1400" dirty="0" err="1">
                <a:solidFill>
                  <a:schemeClr val="tx2"/>
                </a:solidFill>
                <a:latin typeface="Open Sans" panose="020B0606030504020204" pitchFamily="34" charset="0"/>
              </a:rPr>
              <a:t>ower</a:t>
            </a:r>
            <a:r>
              <a:rPr lang="vi-VN" sz="1400" dirty="0">
                <a:solidFill>
                  <a:schemeClr val="tx2"/>
                </a:solidFill>
                <a:latin typeface="Open Sans" panose="020B0606030504020204" pitchFamily="34" charset="0"/>
              </a:rPr>
              <a:t> BI sử dụng để giám xác bột nồng độ sản phẩm theo thời gian thực trên cloud</a:t>
            </a:r>
            <a:r>
              <a:rPr lang="vi-VN" sz="1400"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rPr>
              <a:t> </a:t>
            </a:r>
            <a:endParaRPr lang="en-US" sz="1400"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22" name="Picture 21" descr="Diagram&#10;&#10;Description automatically generated">
            <a:extLst>
              <a:ext uri="{FF2B5EF4-FFF2-40B4-BE49-F238E27FC236}">
                <a16:creationId xmlns:a16="http://schemas.microsoft.com/office/drawing/2014/main" id="{C1FD93C1-4002-2A38-09F3-C1FBFB03AA52}"/>
              </a:ext>
            </a:extLst>
          </p:cNvPr>
          <p:cNvPicPr>
            <a:picLocks noChangeAspect="1"/>
          </p:cNvPicPr>
          <p:nvPr/>
        </p:nvPicPr>
        <p:blipFill rotWithShape="1">
          <a:blip r:embed="rId2">
            <a:extLst>
              <a:ext uri="{28A0092B-C50C-407E-A947-70E740481C1C}">
                <a14:useLocalDpi xmlns:a14="http://schemas.microsoft.com/office/drawing/2010/main" val="0"/>
              </a:ext>
            </a:extLst>
          </a:blip>
          <a:srcRect l="23791" t="20224" r="630" b="-196"/>
          <a:stretch/>
        </p:blipFill>
        <p:spPr>
          <a:xfrm>
            <a:off x="490062" y="1037767"/>
            <a:ext cx="4563202" cy="1735350"/>
          </a:xfrm>
          <a:prstGeom prst="rect">
            <a:avLst/>
          </a:prstGeom>
        </p:spPr>
      </p:pic>
      <p:pic>
        <p:nvPicPr>
          <p:cNvPr id="24" name="Picture 23">
            <a:extLst>
              <a:ext uri="{FF2B5EF4-FFF2-40B4-BE49-F238E27FC236}">
                <a16:creationId xmlns:a16="http://schemas.microsoft.com/office/drawing/2014/main" id="{B67D3711-F6DA-1067-23D1-7D155A4E1C62}"/>
              </a:ext>
            </a:extLst>
          </p:cNvPr>
          <p:cNvPicPr>
            <a:picLocks noChangeAspect="1"/>
          </p:cNvPicPr>
          <p:nvPr/>
        </p:nvPicPr>
        <p:blipFill rotWithShape="1">
          <a:blip r:embed="rId3"/>
          <a:srcRect l="30848" t="42584" r="44240" b="16491"/>
          <a:stretch/>
        </p:blipFill>
        <p:spPr>
          <a:xfrm>
            <a:off x="623077" y="2923951"/>
            <a:ext cx="3831682" cy="3934049"/>
          </a:xfrm>
          <a:prstGeom prst="rect">
            <a:avLst/>
          </a:prstGeom>
        </p:spPr>
      </p:pic>
      <p:cxnSp>
        <p:nvCxnSpPr>
          <p:cNvPr id="26" name="Connector: Elbow 25">
            <a:extLst>
              <a:ext uri="{FF2B5EF4-FFF2-40B4-BE49-F238E27FC236}">
                <a16:creationId xmlns:a16="http://schemas.microsoft.com/office/drawing/2014/main" id="{604FCC80-9367-FD8C-B149-935BADE80506}"/>
              </a:ext>
            </a:extLst>
          </p:cNvPr>
          <p:cNvCxnSpPr>
            <a:cxnSpLocks/>
            <a:stCxn id="28" idx="2"/>
            <a:endCxn id="22" idx="1"/>
          </p:cNvCxnSpPr>
          <p:nvPr/>
        </p:nvCxnSpPr>
        <p:spPr>
          <a:xfrm rot="10800000">
            <a:off x="490063" y="1905443"/>
            <a:ext cx="972979" cy="2733935"/>
          </a:xfrm>
          <a:prstGeom prst="bentConnector3">
            <a:avLst>
              <a:gd name="adj1" fmla="val 123495"/>
            </a:avLst>
          </a:prstGeom>
          <a:ln w="3175">
            <a:prstDash val="dash"/>
          </a:ln>
        </p:spPr>
        <p:style>
          <a:lnRef idx="2">
            <a:schemeClr val="accent1"/>
          </a:lnRef>
          <a:fillRef idx="0">
            <a:schemeClr val="accent1"/>
          </a:fillRef>
          <a:effectRef idx="1">
            <a:schemeClr val="accent1"/>
          </a:effectRef>
          <a:fontRef idx="minor">
            <a:schemeClr val="tx1"/>
          </a:fontRef>
        </p:style>
      </p:cxnSp>
      <p:sp>
        <p:nvSpPr>
          <p:cNvPr id="28" name="Oval 27">
            <a:extLst>
              <a:ext uri="{FF2B5EF4-FFF2-40B4-BE49-F238E27FC236}">
                <a16:creationId xmlns:a16="http://schemas.microsoft.com/office/drawing/2014/main" id="{A7CDC3DC-AC4F-1617-4100-0F2DB8CCAE92}"/>
              </a:ext>
            </a:extLst>
          </p:cNvPr>
          <p:cNvSpPr/>
          <p:nvPr/>
        </p:nvSpPr>
        <p:spPr>
          <a:xfrm>
            <a:off x="1463041" y="4552749"/>
            <a:ext cx="125128" cy="1732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Connector: Elbow 29">
            <a:extLst>
              <a:ext uri="{FF2B5EF4-FFF2-40B4-BE49-F238E27FC236}">
                <a16:creationId xmlns:a16="http://schemas.microsoft.com/office/drawing/2014/main" id="{9DB09B64-D31B-8C3E-1F55-7F410F5C0FAD}"/>
              </a:ext>
            </a:extLst>
          </p:cNvPr>
          <p:cNvCxnSpPr>
            <a:cxnSpLocks/>
            <a:endCxn id="22" idx="1"/>
          </p:cNvCxnSpPr>
          <p:nvPr/>
        </p:nvCxnSpPr>
        <p:spPr>
          <a:xfrm rot="16200000" flipV="1">
            <a:off x="86035" y="2309470"/>
            <a:ext cx="3598605" cy="2790549"/>
          </a:xfrm>
          <a:prstGeom prst="bentConnector4">
            <a:avLst>
              <a:gd name="adj1" fmla="val 71645"/>
              <a:gd name="adj2" fmla="val 108192"/>
            </a:avLst>
          </a:prstGeom>
          <a:ln w="3175">
            <a:prstDash val="dash"/>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5EF72128-FDC2-A3CB-4A61-989B603BF974}"/>
              </a:ext>
            </a:extLst>
          </p:cNvPr>
          <p:cNvSpPr/>
          <p:nvPr/>
        </p:nvSpPr>
        <p:spPr>
          <a:xfrm>
            <a:off x="3280611" y="5504045"/>
            <a:ext cx="125128" cy="1732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577119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6583681" y="2659559"/>
            <a:ext cx="5438602" cy="1772793"/>
          </a:xfrm>
          <a:prstGeom prst="rect">
            <a:avLst/>
          </a:prstGeom>
        </p:spPr>
        <p:txBody>
          <a:bodyPr wrap="square" lIns="0" tIns="0" rIns="0" bIns="0" anchor="t" anchorCtr="0">
            <a:spAutoFit/>
          </a:bodyPr>
          <a:lstStyle>
            <a:lvl1pPr algn="l" defTabSz="1828800" rtl="0" eaLnBrk="1" latinLnBrk="0" hangingPunct="1">
              <a:lnSpc>
                <a:spcPct val="90000"/>
              </a:lnSpc>
              <a:spcBef>
                <a:spcPct val="0"/>
              </a:spcBef>
              <a:buNone/>
              <a:defRPr sz="7200" b="1" kern="120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r>
              <a:rPr lang="vi-VN" sz="3200" u="sng" dirty="0">
                <a:solidFill>
                  <a:schemeClr val="bg1"/>
                </a:solidFill>
              </a:rPr>
              <a:t>1.</a:t>
            </a:r>
            <a:r>
              <a:rPr lang="vi-VN" sz="3200" b="1" u="sng" dirty="0">
                <a:solidFill>
                  <a:schemeClr val="bg1"/>
                </a:solidFill>
                <a:latin typeface="Open Sans" panose="020B0606030504020204" pitchFamily="34" charset="0"/>
              </a:rPr>
              <a:t> </a:t>
            </a:r>
            <a:r>
              <a:rPr lang="en-US" sz="3200" b="1" u="sng" dirty="0" err="1">
                <a:solidFill>
                  <a:schemeClr val="bg1"/>
                </a:solidFill>
                <a:latin typeface="Open Sans" panose="020B0606030504020204" pitchFamily="34" charset="0"/>
              </a:rPr>
              <a:t>Kiểm</a:t>
            </a:r>
            <a:r>
              <a:rPr lang="en-US" sz="3200" b="1" u="sng" dirty="0">
                <a:solidFill>
                  <a:schemeClr val="bg1"/>
                </a:solidFill>
                <a:latin typeface="Open Sans" panose="020B0606030504020204" pitchFamily="34" charset="0"/>
              </a:rPr>
              <a:t> </a:t>
            </a:r>
            <a:r>
              <a:rPr lang="en-US" sz="3200" b="1" u="sng" dirty="0" err="1">
                <a:solidFill>
                  <a:schemeClr val="bg1"/>
                </a:solidFill>
                <a:latin typeface="Open Sans" panose="020B0606030504020204" pitchFamily="34" charset="0"/>
              </a:rPr>
              <a:t>soát</a:t>
            </a:r>
            <a:r>
              <a:rPr lang="en-US" sz="3200" b="1" u="sng" dirty="0">
                <a:solidFill>
                  <a:schemeClr val="bg1"/>
                </a:solidFill>
                <a:latin typeface="Open Sans" panose="020B0606030504020204" pitchFamily="34" charset="0"/>
              </a:rPr>
              <a:t> </a:t>
            </a:r>
            <a:r>
              <a:rPr lang="vi-VN" sz="3200" b="1" u="sng" dirty="0">
                <a:solidFill>
                  <a:schemeClr val="bg1"/>
                </a:solidFill>
                <a:latin typeface="Open Sans" panose="020B0606030504020204" pitchFamily="34" charset="0"/>
              </a:rPr>
              <a:t>bột </a:t>
            </a:r>
            <a:r>
              <a:rPr lang="en-US" sz="3200" b="1" u="sng" dirty="0" err="1">
                <a:solidFill>
                  <a:schemeClr val="bg1"/>
                </a:solidFill>
                <a:latin typeface="Open Sans" panose="020B0606030504020204" pitchFamily="34" charset="0"/>
              </a:rPr>
              <a:t>khí</a:t>
            </a:r>
            <a:r>
              <a:rPr lang="en-US" sz="3200" b="1" u="sng" dirty="0">
                <a:solidFill>
                  <a:schemeClr val="bg1"/>
                </a:solidFill>
                <a:latin typeface="Open Sans" panose="020B0606030504020204" pitchFamily="34" charset="0"/>
              </a:rPr>
              <a:t>  CO2</a:t>
            </a:r>
            <a:r>
              <a:rPr lang="vi-VN" sz="3200" b="1" u="sng" dirty="0">
                <a:solidFill>
                  <a:schemeClr val="bg1"/>
                </a:solidFill>
                <a:latin typeface="Open Sans" panose="020B0606030504020204" pitchFamily="34" charset="0"/>
              </a:rPr>
              <a:t> theo </a:t>
            </a:r>
            <a:r>
              <a:rPr lang="vi-VN" sz="3200" u="sng" dirty="0">
                <a:solidFill>
                  <a:schemeClr val="bg1"/>
                </a:solidFill>
              </a:rPr>
              <a:t>thời gian thực trên cloud</a:t>
            </a:r>
          </a:p>
          <a:p>
            <a:endParaRPr lang="vi-VN" sz="3200" b="1" u="sng" dirty="0">
              <a:solidFill>
                <a:schemeClr val="bg1"/>
              </a:solidFill>
              <a:latin typeface="Open Sans" panose="020B0606030504020204" pitchFamily="34" charset="0"/>
            </a:endParaRPr>
          </a:p>
        </p:txBody>
      </p:sp>
      <p:grpSp>
        <p:nvGrpSpPr>
          <p:cNvPr id="7" name="Group 6"/>
          <p:cNvGrpSpPr/>
          <p:nvPr/>
        </p:nvGrpSpPr>
        <p:grpSpPr>
          <a:xfrm>
            <a:off x="5670958" y="3000050"/>
            <a:ext cx="838200" cy="76200"/>
            <a:chOff x="3244850" y="3002280"/>
            <a:chExt cx="1752600" cy="152400"/>
          </a:xfrm>
          <a:solidFill>
            <a:schemeClr val="accent3"/>
          </a:solidFill>
        </p:grpSpPr>
        <p:sp>
          <p:nvSpPr>
            <p:cNvPr id="8" name="Rectangle 7"/>
            <p:cNvSpPr/>
            <p:nvPr/>
          </p:nvSpPr>
          <p:spPr>
            <a:xfrm>
              <a:off x="4121150" y="3002280"/>
              <a:ext cx="8763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83336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2213" y="1020928"/>
            <a:ext cx="10538460" cy="508179"/>
          </a:xfrm>
        </p:spPr>
        <p:txBody>
          <a:bodyPr>
            <a:normAutofit/>
          </a:bodyPr>
          <a:lstStyle/>
          <a:p>
            <a:r>
              <a:rPr lang="en-US" sz="2000" dirty="0" err="1"/>
              <a:t>Hệ</a:t>
            </a:r>
            <a:r>
              <a:rPr lang="en-US" sz="2000" dirty="0"/>
              <a:t> </a:t>
            </a:r>
            <a:r>
              <a:rPr lang="en-US" sz="2000" dirty="0" err="1"/>
              <a:t>thống</a:t>
            </a:r>
            <a:r>
              <a:rPr lang="en-US" sz="2000" dirty="0"/>
              <a:t> </a:t>
            </a:r>
            <a:r>
              <a:rPr lang="en-US" sz="2000" dirty="0" err="1"/>
              <a:t>nhận</a:t>
            </a:r>
            <a:r>
              <a:rPr lang="en-US" sz="2000" dirty="0"/>
              <a:t> </a:t>
            </a:r>
            <a:r>
              <a:rPr lang="en-US" sz="2000" dirty="0" err="1"/>
              <a:t>diện</a:t>
            </a:r>
            <a:r>
              <a:rPr lang="en-US" sz="2000" dirty="0"/>
              <a:t> </a:t>
            </a:r>
            <a:r>
              <a:rPr lang="en-US" sz="2000" dirty="0" err="1"/>
              <a:t>thời</a:t>
            </a:r>
            <a:r>
              <a:rPr lang="en-US" sz="2000" dirty="0"/>
              <a:t> </a:t>
            </a:r>
            <a:r>
              <a:rPr lang="en-US" sz="2000" dirty="0" err="1"/>
              <a:t>gian</a:t>
            </a:r>
            <a:r>
              <a:rPr lang="en-US" sz="2000" dirty="0"/>
              <a:t> </a:t>
            </a:r>
            <a:r>
              <a:rPr lang="en-US" sz="2000" dirty="0" err="1"/>
              <a:t>thực</a:t>
            </a:r>
            <a:endParaRPr lang="en-US" sz="2000" dirty="0"/>
          </a:p>
        </p:txBody>
      </p:sp>
      <p:pic>
        <p:nvPicPr>
          <p:cNvPr id="6" name="Hình ảnh 5" descr="Ảnh có chứa văn bản, ảnh chụp màn hình, biểu đồ, Phông chữ&#10;&#10;Mô tả được tạo tự động">
            <a:extLst>
              <a:ext uri="{FF2B5EF4-FFF2-40B4-BE49-F238E27FC236}">
                <a16:creationId xmlns:a16="http://schemas.microsoft.com/office/drawing/2014/main" id="{B99F6ACB-1715-E529-8390-046DE684B8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259" y="1900547"/>
            <a:ext cx="11548534" cy="4646480"/>
          </a:xfrm>
          <a:prstGeom prst="rect">
            <a:avLst/>
          </a:prstGeom>
        </p:spPr>
      </p:pic>
      <p:cxnSp>
        <p:nvCxnSpPr>
          <p:cNvPr id="5" name="Straight Arrow Connector 4">
            <a:extLst>
              <a:ext uri="{FF2B5EF4-FFF2-40B4-BE49-F238E27FC236}">
                <a16:creationId xmlns:a16="http://schemas.microsoft.com/office/drawing/2014/main" id="{3D70F543-9989-6B00-F18F-9ADF08CB61CD}"/>
              </a:ext>
            </a:extLst>
          </p:cNvPr>
          <p:cNvCxnSpPr/>
          <p:nvPr/>
        </p:nvCxnSpPr>
        <p:spPr>
          <a:xfrm flipV="1">
            <a:off x="1731012" y="4032985"/>
            <a:ext cx="0" cy="7507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FB4B42F4-1799-8A68-A8D6-A6F954802466}"/>
              </a:ext>
            </a:extLst>
          </p:cNvPr>
          <p:cNvSpPr/>
          <p:nvPr/>
        </p:nvSpPr>
        <p:spPr>
          <a:xfrm>
            <a:off x="1155031" y="2099217"/>
            <a:ext cx="885521" cy="201064"/>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88A9D1B-4C54-F3B1-3406-180B6B775AF3}"/>
              </a:ext>
            </a:extLst>
          </p:cNvPr>
          <p:cNvSpPr txBox="1"/>
          <p:nvPr/>
        </p:nvSpPr>
        <p:spPr>
          <a:xfrm>
            <a:off x="732213" y="1876583"/>
            <a:ext cx="1997598" cy="553998"/>
          </a:xfrm>
          <a:prstGeom prst="rect">
            <a:avLst/>
          </a:prstGeom>
          <a:noFill/>
        </p:spPr>
        <p:txBody>
          <a:bodyPr wrap="none" rtlCol="0">
            <a:spAutoFit/>
          </a:bodyPr>
          <a:lstStyle/>
          <a:p>
            <a:r>
              <a:rPr lang="vi-VN" b="1" dirty="0"/>
              <a:t>Mô hình </a:t>
            </a:r>
            <a:r>
              <a:rPr lang="nb-NO" b="1" dirty="0" err="1"/>
              <a:t>Yolo</a:t>
            </a:r>
            <a:r>
              <a:rPr lang="vi-VN" b="1" dirty="0"/>
              <a:t> V8 </a:t>
            </a:r>
            <a:br>
              <a:rPr lang="vi-VN" b="1" dirty="0"/>
            </a:br>
            <a:r>
              <a:rPr lang="vi-VN" sz="1200" dirty="0"/>
              <a:t>(đã được huấn luyện)</a:t>
            </a:r>
            <a:endParaRPr lang="en-US" dirty="0"/>
          </a:p>
        </p:txBody>
      </p:sp>
      <p:sp>
        <p:nvSpPr>
          <p:cNvPr id="13" name="TextBox 12">
            <a:extLst>
              <a:ext uri="{FF2B5EF4-FFF2-40B4-BE49-F238E27FC236}">
                <a16:creationId xmlns:a16="http://schemas.microsoft.com/office/drawing/2014/main" id="{C2BFAE5B-CB79-B221-0CCF-D5DC0711A5C7}"/>
              </a:ext>
            </a:extLst>
          </p:cNvPr>
          <p:cNvSpPr txBox="1"/>
          <p:nvPr/>
        </p:nvSpPr>
        <p:spPr>
          <a:xfrm>
            <a:off x="616012" y="6384563"/>
            <a:ext cx="2566280" cy="369332"/>
          </a:xfrm>
          <a:prstGeom prst="rect">
            <a:avLst/>
          </a:prstGeom>
          <a:noFill/>
        </p:spPr>
        <p:txBody>
          <a:bodyPr wrap="none" rtlCol="0">
            <a:spAutoFit/>
          </a:bodyPr>
          <a:lstStyle/>
          <a:p>
            <a:r>
              <a:rPr lang="nb-NO" b="1" dirty="0" err="1"/>
              <a:t>Camera</a:t>
            </a:r>
            <a:r>
              <a:rPr lang="nb-NO" b="1" dirty="0"/>
              <a:t> (smart </a:t>
            </a:r>
            <a:r>
              <a:rPr lang="nb-NO" b="1" dirty="0" err="1"/>
              <a:t>phone</a:t>
            </a:r>
            <a:r>
              <a:rPr lang="nb-NO" b="1" dirty="0"/>
              <a:t>) </a:t>
            </a:r>
            <a:endParaRPr lang="en-US" b="1" dirty="0"/>
          </a:p>
        </p:txBody>
      </p:sp>
      <p:pic>
        <p:nvPicPr>
          <p:cNvPr id="3" name="Hình ảnh 3">
            <a:extLst>
              <a:ext uri="{FF2B5EF4-FFF2-40B4-BE49-F238E27FC236}">
                <a16:creationId xmlns:a16="http://schemas.microsoft.com/office/drawing/2014/main" id="{0F911971-C1D4-1540-A79E-3C8FB0972591}"/>
              </a:ext>
            </a:extLst>
          </p:cNvPr>
          <p:cNvPicPr>
            <a:picLocks noChangeAspect="1"/>
          </p:cNvPicPr>
          <p:nvPr/>
        </p:nvPicPr>
        <p:blipFill rotWithShape="1">
          <a:blip r:embed="rId3">
            <a:extLst>
              <a:ext uri="{28A0092B-C50C-407E-A947-70E740481C1C}">
                <a14:useLocalDpi xmlns:a14="http://schemas.microsoft.com/office/drawing/2010/main" val="0"/>
              </a:ext>
            </a:extLst>
          </a:blip>
          <a:srcRect l="11428" t="7830" b="5671"/>
          <a:stretch/>
        </p:blipFill>
        <p:spPr>
          <a:xfrm>
            <a:off x="1153496" y="4816005"/>
            <a:ext cx="1085909" cy="1362757"/>
          </a:xfrm>
          <a:prstGeom prst="rect">
            <a:avLst/>
          </a:prstGeom>
        </p:spPr>
      </p:pic>
    </p:spTree>
    <p:extLst>
      <p:ext uri="{BB962C8B-B14F-4D97-AF65-F5344CB8AC3E}">
        <p14:creationId xmlns:p14="http://schemas.microsoft.com/office/powerpoint/2010/main" val="3218471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263" y="983019"/>
            <a:ext cx="4486910" cy="508179"/>
          </a:xfrm>
          <a:prstGeom prst="rect">
            <a:avLst/>
          </a:prstGeom>
        </p:spPr>
        <p:txBody>
          <a:bodyPr/>
          <a:lstStyle/>
          <a:p>
            <a:r>
              <a:rPr lang="vi-VN" dirty="0"/>
              <a:t>Mô Hình YoloV8</a:t>
            </a:r>
            <a:endParaRPr lang="en-US" dirty="0"/>
          </a:p>
        </p:txBody>
      </p:sp>
      <p:sp>
        <p:nvSpPr>
          <p:cNvPr id="15" name="TextBox 14"/>
          <p:cNvSpPr txBox="1"/>
          <p:nvPr/>
        </p:nvSpPr>
        <p:spPr>
          <a:xfrm>
            <a:off x="127819" y="1840104"/>
            <a:ext cx="5191354" cy="2708434"/>
          </a:xfrm>
          <a:prstGeom prst="rect">
            <a:avLst/>
          </a:prstGeom>
          <a:noFill/>
        </p:spPr>
        <p:txBody>
          <a:bodyPr wrap="square" lIns="0" tIns="0" rIns="0" bIns="0" rtlCol="0">
            <a:spAutoFit/>
          </a:bodyPr>
          <a:lstStyle/>
          <a:p>
            <a:pPr algn="just"/>
            <a:r>
              <a:rPr lang="en-US" sz="1600" dirty="0" err="1">
                <a:highlight>
                  <a:srgbClr val="FFFFFF"/>
                </a:highlight>
                <a:latin typeface="Arial" panose="020B0604020202020204" pitchFamily="34" charset="0"/>
              </a:rPr>
              <a:t>Cài</a:t>
            </a:r>
            <a:r>
              <a:rPr lang="en-US" sz="1600" dirty="0">
                <a:highlight>
                  <a:srgbClr val="FFFFFF"/>
                </a:highlight>
                <a:latin typeface="Arial" panose="020B0604020202020204" pitchFamily="34" charset="0"/>
              </a:rPr>
              <a:t> </a:t>
            </a:r>
            <a:r>
              <a:rPr lang="en-US" sz="1600" dirty="0" err="1">
                <a:highlight>
                  <a:srgbClr val="FFFFFF"/>
                </a:highlight>
                <a:latin typeface="Arial" panose="020B0604020202020204" pitchFamily="34" charset="0"/>
              </a:rPr>
              <a:t>đặt</a:t>
            </a:r>
            <a:r>
              <a:rPr lang="en-US" sz="1600" dirty="0">
                <a:highlight>
                  <a:srgbClr val="FFFFFF"/>
                </a:highlight>
                <a:latin typeface="Arial" panose="020B0604020202020204" pitchFamily="34" charset="0"/>
              </a:rPr>
              <a:t> </a:t>
            </a:r>
            <a:r>
              <a:rPr lang="en-US" sz="1600" dirty="0" err="1">
                <a:highlight>
                  <a:srgbClr val="FFFFFF"/>
                </a:highlight>
                <a:latin typeface="Arial" panose="020B0604020202020204" pitchFamily="34" charset="0"/>
              </a:rPr>
              <a:t>thiết</a:t>
            </a:r>
            <a:r>
              <a:rPr lang="en-US" sz="1600" dirty="0">
                <a:highlight>
                  <a:srgbClr val="FFFFFF"/>
                </a:highlight>
                <a:latin typeface="Arial" panose="020B0604020202020204" pitchFamily="34" charset="0"/>
              </a:rPr>
              <a:t> </a:t>
            </a:r>
            <a:r>
              <a:rPr lang="en-US" sz="1600" dirty="0" err="1">
                <a:highlight>
                  <a:srgbClr val="FFFFFF"/>
                </a:highlight>
                <a:latin typeface="Arial" panose="020B0604020202020204" pitchFamily="34" charset="0"/>
              </a:rPr>
              <a:t>bị</a:t>
            </a:r>
            <a:r>
              <a:rPr lang="en-US" sz="1600" dirty="0">
                <a:highlight>
                  <a:srgbClr val="FFFFFF"/>
                </a:highlight>
                <a:latin typeface="Arial" panose="020B0604020202020204" pitchFamily="34" charset="0"/>
              </a:rPr>
              <a:t>: </a:t>
            </a:r>
          </a:p>
          <a:p>
            <a:pPr marL="742950" lvl="1" indent="-285750" algn="just">
              <a:buFont typeface="Arial" panose="020B0604020202020204" pitchFamily="34" charset="0"/>
              <a:buChar char="•"/>
            </a:pPr>
            <a:r>
              <a:rPr lang="vi-VN" sz="1600" b="0" i="0" dirty="0">
                <a:effectLst/>
                <a:highlight>
                  <a:srgbClr val="FFFFFF"/>
                </a:highlight>
                <a:latin typeface="Arial" panose="020B0604020202020204" pitchFamily="34" charset="0"/>
              </a:rPr>
              <a:t>Ống thủy tinh trong suốt hình trụ: kích thước 10x40.</a:t>
            </a:r>
            <a:endParaRPr lang="en-US" sz="1600" b="0" i="0" dirty="0">
              <a:effectLst/>
              <a:highlight>
                <a:srgbClr val="FFFFFF"/>
              </a:highlight>
              <a:latin typeface="Arial" panose="020B0604020202020204" pitchFamily="34" charset="0"/>
            </a:endParaRPr>
          </a:p>
          <a:p>
            <a:pPr marL="742950" lvl="1" indent="-285750" algn="just">
              <a:buFont typeface="Arial" panose="020B0604020202020204" pitchFamily="34" charset="0"/>
              <a:buChar char="•"/>
            </a:pPr>
            <a:r>
              <a:rPr lang="vi-VN" sz="1600" b="0" i="0" dirty="0">
                <a:effectLst/>
                <a:highlight>
                  <a:srgbClr val="FFFFFF"/>
                </a:highlight>
                <a:latin typeface="Arial" panose="020B0604020202020204" pitchFamily="34" charset="0"/>
              </a:rPr>
              <a:t>Máy bơm: công suất 3.5w.</a:t>
            </a:r>
            <a:endParaRPr lang="en-US" sz="1600" dirty="0">
              <a:highlight>
                <a:srgbClr val="FFFFFF"/>
              </a:highlight>
              <a:latin typeface="Arial" panose="020B0604020202020204" pitchFamily="34" charset="0"/>
            </a:endParaRPr>
          </a:p>
          <a:p>
            <a:pPr marL="742950" lvl="1" indent="-285750" algn="just">
              <a:buFont typeface="Arial" panose="020B0604020202020204" pitchFamily="34" charset="0"/>
              <a:buChar char="•"/>
            </a:pPr>
            <a:r>
              <a:rPr lang="vi-VN" sz="1600" b="0" i="0" dirty="0">
                <a:effectLst/>
                <a:highlight>
                  <a:srgbClr val="FFFFFF"/>
                </a:highlight>
                <a:latin typeface="Arial" panose="020B0604020202020204" pitchFamily="34" charset="0"/>
              </a:rPr>
              <a:t>Ống nhựa và các van dùng để điều chỉnh tốc độ.</a:t>
            </a:r>
            <a:endParaRPr lang="en-US" sz="1600" b="0" i="0" dirty="0">
              <a:effectLst/>
              <a:highlight>
                <a:srgbClr val="FFFFFF"/>
              </a:highlight>
              <a:latin typeface="Arial" panose="020B0604020202020204" pitchFamily="34" charset="0"/>
            </a:endParaRPr>
          </a:p>
          <a:p>
            <a:pPr algn="just"/>
            <a:endParaRPr lang="en-US" sz="1600" dirty="0">
              <a:highlight>
                <a:srgbClr val="FFFFFF"/>
              </a:highlight>
              <a:latin typeface="Arial" panose="020B0604020202020204" pitchFamily="34" charset="0"/>
            </a:endParaRPr>
          </a:p>
          <a:p>
            <a:pPr algn="just"/>
            <a:r>
              <a:rPr lang="vi-VN" sz="1600" b="0" i="0" dirty="0">
                <a:effectLst/>
                <a:highlight>
                  <a:srgbClr val="FFFFFF"/>
                </a:highlight>
                <a:latin typeface="Arial" panose="020B0604020202020204" pitchFamily="34" charset="0"/>
              </a:rPr>
              <a:t>Bộ dữ liệu</a:t>
            </a:r>
            <a:r>
              <a:rPr lang="en-US" sz="1600" b="0" i="0" dirty="0">
                <a:effectLst/>
                <a:highlight>
                  <a:srgbClr val="FFFFFF"/>
                </a:highlight>
                <a:latin typeface="Arial" panose="020B0604020202020204" pitchFamily="34" charset="0"/>
              </a:rPr>
              <a:t>:</a:t>
            </a:r>
          </a:p>
          <a:p>
            <a:pPr lvl="1" algn="just"/>
            <a:r>
              <a:rPr lang="vi-VN" sz="1600" dirty="0"/>
              <a:t>Bộ dữ liệu hơn 700 ảnh chụp bọt khí với kích thước 640x640 với hệ thống thiết bị được xây dựng như hình bên chia đều ở 3 trạng thái: yếu, bình thường và mạnh.</a:t>
            </a:r>
            <a:endParaRPr lang="en-US" sz="1600" b="0" i="0" dirty="0">
              <a:effectLst/>
              <a:highlight>
                <a:srgbClr val="FFFFFF"/>
              </a:highlight>
              <a:latin typeface="Arial" panose="020B0604020202020204" pitchFamily="34" charset="0"/>
            </a:endParaRPr>
          </a:p>
        </p:txBody>
      </p:sp>
      <p:pic>
        <p:nvPicPr>
          <p:cNvPr id="4" name="Hình ảnh 3">
            <a:extLst>
              <a:ext uri="{FF2B5EF4-FFF2-40B4-BE49-F238E27FC236}">
                <a16:creationId xmlns:a16="http://schemas.microsoft.com/office/drawing/2014/main" id="{C28CFF8C-40C3-748B-9BA6-20B22AD9CC3F}"/>
              </a:ext>
            </a:extLst>
          </p:cNvPr>
          <p:cNvPicPr>
            <a:picLocks noChangeAspect="1"/>
          </p:cNvPicPr>
          <p:nvPr/>
        </p:nvPicPr>
        <p:blipFill rotWithShape="1">
          <a:blip r:embed="rId2">
            <a:extLst>
              <a:ext uri="{28A0092B-C50C-407E-A947-70E740481C1C}">
                <a14:useLocalDpi xmlns:a14="http://schemas.microsoft.com/office/drawing/2010/main" val="0"/>
              </a:ext>
            </a:extLst>
          </a:blip>
          <a:srcRect l="11428" t="7830" b="5671"/>
          <a:stretch/>
        </p:blipFill>
        <p:spPr>
          <a:xfrm>
            <a:off x="5400223" y="1819798"/>
            <a:ext cx="3004042" cy="3769912"/>
          </a:xfrm>
          <a:prstGeom prst="rect">
            <a:avLst/>
          </a:prstGeom>
        </p:spPr>
      </p:pic>
      <p:pic>
        <p:nvPicPr>
          <p:cNvPr id="16" name="Hình ảnh 15">
            <a:extLst>
              <a:ext uri="{FF2B5EF4-FFF2-40B4-BE49-F238E27FC236}">
                <a16:creationId xmlns:a16="http://schemas.microsoft.com/office/drawing/2014/main" id="{C818F343-A001-6242-3E73-918C2C7AFD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9583" y="1840104"/>
            <a:ext cx="1814052" cy="1814052"/>
          </a:xfrm>
          <a:prstGeom prst="rect">
            <a:avLst/>
          </a:prstGeom>
        </p:spPr>
      </p:pic>
      <p:pic>
        <p:nvPicPr>
          <p:cNvPr id="18" name="Hình ảnh 17">
            <a:extLst>
              <a:ext uri="{FF2B5EF4-FFF2-40B4-BE49-F238E27FC236}">
                <a16:creationId xmlns:a16="http://schemas.microsoft.com/office/drawing/2014/main" id="{FDDCB251-B7A1-F6C3-3D77-8282932735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45531" y="3775658"/>
            <a:ext cx="1752601" cy="1814052"/>
          </a:xfrm>
          <a:prstGeom prst="rect">
            <a:avLst/>
          </a:prstGeom>
        </p:spPr>
      </p:pic>
      <p:pic>
        <p:nvPicPr>
          <p:cNvPr id="21" name="Hình ảnh 20">
            <a:extLst>
              <a:ext uri="{FF2B5EF4-FFF2-40B4-BE49-F238E27FC236}">
                <a16:creationId xmlns:a16="http://schemas.microsoft.com/office/drawing/2014/main" id="{D68B6902-5953-DBE0-24E6-1D6F2BE089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84080" y="1840104"/>
            <a:ext cx="1814052" cy="1814052"/>
          </a:xfrm>
          <a:prstGeom prst="rect">
            <a:avLst/>
          </a:prstGeom>
        </p:spPr>
      </p:pic>
      <p:pic>
        <p:nvPicPr>
          <p:cNvPr id="23" name="Hình ảnh 22">
            <a:extLst>
              <a:ext uri="{FF2B5EF4-FFF2-40B4-BE49-F238E27FC236}">
                <a16:creationId xmlns:a16="http://schemas.microsoft.com/office/drawing/2014/main" id="{A6FDAD42-4373-12F1-9D69-08F47B2001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03191" y="3775658"/>
            <a:ext cx="1770444" cy="1814052"/>
          </a:xfrm>
          <a:prstGeom prst="rect">
            <a:avLst/>
          </a:prstGeom>
        </p:spPr>
      </p:pic>
    </p:spTree>
    <p:extLst>
      <p:ext uri="{BB962C8B-B14F-4D97-AF65-F5344CB8AC3E}">
        <p14:creationId xmlns:p14="http://schemas.microsoft.com/office/powerpoint/2010/main" val="1877905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3772" y="1012515"/>
            <a:ext cx="4486910" cy="508179"/>
          </a:xfrm>
          <a:prstGeom prst="rect">
            <a:avLst/>
          </a:prstGeom>
        </p:spPr>
        <p:txBody>
          <a:bodyPr>
            <a:noAutofit/>
          </a:bodyPr>
          <a:lstStyle/>
          <a:p>
            <a:r>
              <a:rPr lang="en-US" sz="2400" dirty="0" err="1"/>
              <a:t>Kết</a:t>
            </a:r>
            <a:r>
              <a:rPr lang="en-US" sz="2400" dirty="0"/>
              <a:t> </a:t>
            </a:r>
            <a:r>
              <a:rPr lang="en-US" sz="2400" dirty="0" err="1"/>
              <a:t>quả</a:t>
            </a:r>
            <a:r>
              <a:rPr lang="en-US" sz="2400" dirty="0"/>
              <a:t> </a:t>
            </a:r>
            <a:r>
              <a:rPr lang="en-US" sz="2400" dirty="0" err="1"/>
              <a:t>huấn</a:t>
            </a:r>
            <a:r>
              <a:rPr lang="en-US" sz="2400" dirty="0"/>
              <a:t> </a:t>
            </a:r>
            <a:r>
              <a:rPr lang="en-US" sz="2400" dirty="0" err="1"/>
              <a:t>luyện</a:t>
            </a:r>
            <a:r>
              <a:rPr lang="en-US" sz="2400" dirty="0"/>
              <a:t> Yolov8</a:t>
            </a:r>
          </a:p>
        </p:txBody>
      </p:sp>
      <p:pic>
        <p:nvPicPr>
          <p:cNvPr id="6" name="Hình ảnh 5" descr="Ảnh có chứa văn bản, ảnh chụp màn hình, biểu đồ, Sơ đồ&#10;&#10;Mô tả được tạo tự động">
            <a:extLst>
              <a:ext uri="{FF2B5EF4-FFF2-40B4-BE49-F238E27FC236}">
                <a16:creationId xmlns:a16="http://schemas.microsoft.com/office/drawing/2014/main" id="{A1B8E628-1A43-0C82-AC3C-5B0807B1F7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0637" y="1520694"/>
            <a:ext cx="3995057" cy="2663371"/>
          </a:xfrm>
          <a:prstGeom prst="rect">
            <a:avLst/>
          </a:prstGeom>
        </p:spPr>
      </p:pic>
      <p:pic>
        <p:nvPicPr>
          <p:cNvPr id="8" name="Hình ảnh 7" descr="Ảnh có chứa văn bản, biểu đồ, hàng, Sơ đồ&#10;&#10;Mô tả được tạo tự động">
            <a:extLst>
              <a:ext uri="{FF2B5EF4-FFF2-40B4-BE49-F238E27FC236}">
                <a16:creationId xmlns:a16="http://schemas.microsoft.com/office/drawing/2014/main" id="{9B4AAED2-C291-3EE3-46EA-92A51D61A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7072" y="1629398"/>
            <a:ext cx="3917626" cy="2611750"/>
          </a:xfrm>
          <a:prstGeom prst="rect">
            <a:avLst/>
          </a:prstGeom>
        </p:spPr>
      </p:pic>
      <p:pic>
        <p:nvPicPr>
          <p:cNvPr id="10" name="Hình ảnh 9" descr="Ảnh có chứa văn bản, Hình chữ nhật, ảnh chụp màn hình&#10;&#10;Mô tả được tạo tự động">
            <a:extLst>
              <a:ext uri="{FF2B5EF4-FFF2-40B4-BE49-F238E27FC236}">
                <a16:creationId xmlns:a16="http://schemas.microsoft.com/office/drawing/2014/main" id="{8D63C087-41EA-E003-92CC-BCBA11204C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30415" y="4414333"/>
            <a:ext cx="2291072" cy="2257053"/>
          </a:xfrm>
          <a:prstGeom prst="rect">
            <a:avLst/>
          </a:prstGeom>
        </p:spPr>
      </p:pic>
      <p:pic>
        <p:nvPicPr>
          <p:cNvPr id="12" name="Hình ảnh 11" descr="Ảnh có chứa Hình chữ nhật, màu xanh lá cây&#10;&#10;Mô tả được tạo tự động">
            <a:extLst>
              <a:ext uri="{FF2B5EF4-FFF2-40B4-BE49-F238E27FC236}">
                <a16:creationId xmlns:a16="http://schemas.microsoft.com/office/drawing/2014/main" id="{884452A1-6334-0F16-8803-954DF2636E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4521" y="4423288"/>
            <a:ext cx="2272948" cy="2272948"/>
          </a:xfrm>
          <a:prstGeom prst="rect">
            <a:avLst/>
          </a:prstGeom>
        </p:spPr>
      </p:pic>
      <p:pic>
        <p:nvPicPr>
          <p:cNvPr id="14" name="Hình ảnh 13" descr="Ảnh có chứa văn bản, Hình chữ nhật, ảnh chụp màn hình&#10;&#10;Mô tả được tạo tự động">
            <a:extLst>
              <a:ext uri="{FF2B5EF4-FFF2-40B4-BE49-F238E27FC236}">
                <a16:creationId xmlns:a16="http://schemas.microsoft.com/office/drawing/2014/main" id="{3FFDFE10-A76E-0383-98D4-F11A3B98194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0792" y="4414333"/>
            <a:ext cx="2188106" cy="2257052"/>
          </a:xfrm>
          <a:prstGeom prst="rect">
            <a:avLst/>
          </a:prstGeom>
        </p:spPr>
      </p:pic>
      <p:pic>
        <p:nvPicPr>
          <p:cNvPr id="4" name="Hình ảnh 3" descr="Ảnh có chứa văn bản, biểu đồ, hàng, Sơ đồ&#10;&#10;Mô tả được tạo tự động">
            <a:extLst>
              <a:ext uri="{FF2B5EF4-FFF2-40B4-BE49-F238E27FC236}">
                <a16:creationId xmlns:a16="http://schemas.microsoft.com/office/drawing/2014/main" id="{DA14E1B4-D163-5BEE-3327-AABD184B145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38149" y="1780382"/>
            <a:ext cx="3691150" cy="2460766"/>
          </a:xfrm>
          <a:prstGeom prst="rect">
            <a:avLst/>
          </a:prstGeom>
        </p:spPr>
      </p:pic>
      <p:pic>
        <p:nvPicPr>
          <p:cNvPr id="5" name="Hình ảnh 4" descr="Ảnh có chứa ảnh chụp màn hình, biểu đồ, văn bản, Hình chữ nhật&#10;&#10;Mô tả được tạo tự động">
            <a:extLst>
              <a:ext uri="{FF2B5EF4-FFF2-40B4-BE49-F238E27FC236}">
                <a16:creationId xmlns:a16="http://schemas.microsoft.com/office/drawing/2014/main" id="{43AC757B-FB96-35A8-834C-904ED3EDCD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84698" y="4313523"/>
            <a:ext cx="3323304" cy="2492478"/>
          </a:xfrm>
          <a:prstGeom prst="rect">
            <a:avLst/>
          </a:prstGeom>
        </p:spPr>
      </p:pic>
    </p:spTree>
    <p:extLst>
      <p:ext uri="{BB962C8B-B14F-4D97-AF65-F5344CB8AC3E}">
        <p14:creationId xmlns:p14="http://schemas.microsoft.com/office/powerpoint/2010/main" val="4292059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2213" y="1020928"/>
            <a:ext cx="10538460" cy="508179"/>
          </a:xfrm>
        </p:spPr>
        <p:txBody>
          <a:bodyPr>
            <a:normAutofit/>
          </a:bodyPr>
          <a:lstStyle/>
          <a:p>
            <a:r>
              <a:rPr lang="en-US" sz="2000" dirty="0" err="1"/>
              <a:t>Hệ</a:t>
            </a:r>
            <a:r>
              <a:rPr lang="en-US" sz="2000" dirty="0"/>
              <a:t> </a:t>
            </a:r>
            <a:r>
              <a:rPr lang="en-US" sz="2000" dirty="0" err="1"/>
              <a:t>thống</a:t>
            </a:r>
            <a:r>
              <a:rPr lang="en-US" sz="2000" dirty="0"/>
              <a:t> </a:t>
            </a:r>
            <a:r>
              <a:rPr lang="en-US" sz="2000" dirty="0" err="1"/>
              <a:t>nhận</a:t>
            </a:r>
            <a:r>
              <a:rPr lang="en-US" sz="2000" dirty="0"/>
              <a:t> </a:t>
            </a:r>
            <a:r>
              <a:rPr lang="en-US" sz="2000" dirty="0" err="1"/>
              <a:t>diện</a:t>
            </a:r>
            <a:r>
              <a:rPr lang="en-US" sz="2000" dirty="0"/>
              <a:t> </a:t>
            </a:r>
            <a:r>
              <a:rPr lang="en-US" sz="2000" dirty="0" err="1"/>
              <a:t>thời</a:t>
            </a:r>
            <a:r>
              <a:rPr lang="en-US" sz="2000" dirty="0"/>
              <a:t> </a:t>
            </a:r>
            <a:r>
              <a:rPr lang="en-US" sz="2000" dirty="0" err="1"/>
              <a:t>gian</a:t>
            </a:r>
            <a:r>
              <a:rPr lang="en-US" sz="2000" dirty="0"/>
              <a:t> </a:t>
            </a:r>
            <a:r>
              <a:rPr lang="en-US" sz="2000" dirty="0" err="1"/>
              <a:t>thực</a:t>
            </a:r>
            <a:endParaRPr lang="en-US" sz="2000" dirty="0"/>
          </a:p>
        </p:txBody>
      </p:sp>
      <p:pic>
        <p:nvPicPr>
          <p:cNvPr id="6" name="Hình ảnh 5" descr="Ảnh có chứa văn bản, ảnh chụp màn hình, biểu đồ, Phông chữ&#10;&#10;Mô tả được tạo tự động">
            <a:extLst>
              <a:ext uri="{FF2B5EF4-FFF2-40B4-BE49-F238E27FC236}">
                <a16:creationId xmlns:a16="http://schemas.microsoft.com/office/drawing/2014/main" id="{B99F6ACB-1715-E529-8390-046DE684B8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259" y="1900547"/>
            <a:ext cx="11548534" cy="4646480"/>
          </a:xfrm>
          <a:prstGeom prst="rect">
            <a:avLst/>
          </a:prstGeom>
        </p:spPr>
      </p:pic>
      <p:cxnSp>
        <p:nvCxnSpPr>
          <p:cNvPr id="5" name="Straight Arrow Connector 4">
            <a:extLst>
              <a:ext uri="{FF2B5EF4-FFF2-40B4-BE49-F238E27FC236}">
                <a16:creationId xmlns:a16="http://schemas.microsoft.com/office/drawing/2014/main" id="{3D70F543-9989-6B00-F18F-9ADF08CB61CD}"/>
              </a:ext>
            </a:extLst>
          </p:cNvPr>
          <p:cNvCxnSpPr/>
          <p:nvPr/>
        </p:nvCxnSpPr>
        <p:spPr>
          <a:xfrm flipV="1">
            <a:off x="1731012" y="4032985"/>
            <a:ext cx="0" cy="7507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FB4B42F4-1799-8A68-A8D6-A6F954802466}"/>
              </a:ext>
            </a:extLst>
          </p:cNvPr>
          <p:cNvSpPr/>
          <p:nvPr/>
        </p:nvSpPr>
        <p:spPr>
          <a:xfrm>
            <a:off x="1155031" y="2099217"/>
            <a:ext cx="885521" cy="201064"/>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88A9D1B-4C54-F3B1-3406-180B6B775AF3}"/>
              </a:ext>
            </a:extLst>
          </p:cNvPr>
          <p:cNvSpPr txBox="1"/>
          <p:nvPr/>
        </p:nvSpPr>
        <p:spPr>
          <a:xfrm>
            <a:off x="732213" y="1876583"/>
            <a:ext cx="1997598" cy="553998"/>
          </a:xfrm>
          <a:prstGeom prst="rect">
            <a:avLst/>
          </a:prstGeom>
          <a:noFill/>
        </p:spPr>
        <p:txBody>
          <a:bodyPr wrap="none" rtlCol="0">
            <a:spAutoFit/>
          </a:bodyPr>
          <a:lstStyle/>
          <a:p>
            <a:r>
              <a:rPr lang="vi-VN" b="1" dirty="0"/>
              <a:t>Mô hình </a:t>
            </a:r>
            <a:r>
              <a:rPr lang="nb-NO" b="1" dirty="0" err="1"/>
              <a:t>Yolo</a:t>
            </a:r>
            <a:r>
              <a:rPr lang="vi-VN" b="1" dirty="0"/>
              <a:t> V8 </a:t>
            </a:r>
            <a:br>
              <a:rPr lang="vi-VN" b="1" dirty="0"/>
            </a:br>
            <a:r>
              <a:rPr lang="vi-VN" sz="1200" dirty="0"/>
              <a:t>(đã được huấn luyện)</a:t>
            </a:r>
            <a:endParaRPr lang="en-US" dirty="0"/>
          </a:p>
        </p:txBody>
      </p:sp>
      <p:pic>
        <p:nvPicPr>
          <p:cNvPr id="12" name="Hình ảnh 17">
            <a:extLst>
              <a:ext uri="{FF2B5EF4-FFF2-40B4-BE49-F238E27FC236}">
                <a16:creationId xmlns:a16="http://schemas.microsoft.com/office/drawing/2014/main" id="{17B3355D-731F-5AFE-53AB-B53F559AE9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456" y="4860758"/>
            <a:ext cx="1512668" cy="1565706"/>
          </a:xfrm>
          <a:prstGeom prst="rect">
            <a:avLst/>
          </a:prstGeom>
        </p:spPr>
      </p:pic>
      <p:sp>
        <p:nvSpPr>
          <p:cNvPr id="13" name="TextBox 12">
            <a:extLst>
              <a:ext uri="{FF2B5EF4-FFF2-40B4-BE49-F238E27FC236}">
                <a16:creationId xmlns:a16="http://schemas.microsoft.com/office/drawing/2014/main" id="{C2BFAE5B-CB79-B221-0CCF-D5DC0711A5C7}"/>
              </a:ext>
            </a:extLst>
          </p:cNvPr>
          <p:cNvSpPr txBox="1"/>
          <p:nvPr/>
        </p:nvSpPr>
        <p:spPr>
          <a:xfrm>
            <a:off x="616012" y="6384563"/>
            <a:ext cx="2566280" cy="369332"/>
          </a:xfrm>
          <a:prstGeom prst="rect">
            <a:avLst/>
          </a:prstGeom>
          <a:noFill/>
        </p:spPr>
        <p:txBody>
          <a:bodyPr wrap="none" rtlCol="0">
            <a:spAutoFit/>
          </a:bodyPr>
          <a:lstStyle/>
          <a:p>
            <a:r>
              <a:rPr lang="nb-NO" b="1" dirty="0" err="1"/>
              <a:t>Camera</a:t>
            </a:r>
            <a:r>
              <a:rPr lang="nb-NO" b="1" dirty="0"/>
              <a:t> (smart </a:t>
            </a:r>
            <a:r>
              <a:rPr lang="nb-NO" b="1" dirty="0" err="1"/>
              <a:t>phone</a:t>
            </a:r>
            <a:r>
              <a:rPr lang="nb-NO" b="1" dirty="0"/>
              <a:t>) </a:t>
            </a:r>
            <a:endParaRPr lang="en-US" b="1" dirty="0"/>
          </a:p>
        </p:txBody>
      </p:sp>
      <p:sp>
        <p:nvSpPr>
          <p:cNvPr id="14" name="Title 1"/>
          <p:cNvSpPr txBox="1">
            <a:spLocks/>
          </p:cNvSpPr>
          <p:nvPr/>
        </p:nvSpPr>
        <p:spPr>
          <a:xfrm>
            <a:off x="6001443" y="759666"/>
            <a:ext cx="2305159" cy="769441"/>
          </a:xfrm>
          <a:prstGeom prst="rect">
            <a:avLst/>
          </a:prstGeom>
        </p:spPr>
        <p:txBody>
          <a:bodyPr wrap="square" lIns="0" tIns="0" rIns="0" bIns="0" anchor="t" anchorCtr="0">
            <a:spAutoFit/>
          </a:bodyPr>
          <a:lstStyle>
            <a:lvl1pPr algn="l" defTabSz="1828800" rtl="0" eaLnBrk="1" latinLnBrk="0" hangingPunct="1">
              <a:lnSpc>
                <a:spcPct val="90000"/>
              </a:lnSpc>
              <a:spcBef>
                <a:spcPct val="0"/>
              </a:spcBef>
              <a:buNone/>
              <a:defRPr sz="7200" b="1" kern="120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US" sz="5000" dirty="0">
                <a:solidFill>
                  <a:schemeClr val="tx1"/>
                </a:solidFill>
                <a:highlight>
                  <a:srgbClr val="FFFF00"/>
                </a:highlight>
              </a:rPr>
              <a:t> Demo</a:t>
            </a:r>
          </a:p>
        </p:txBody>
      </p:sp>
    </p:spTree>
    <p:extLst>
      <p:ext uri="{BB962C8B-B14F-4D97-AF65-F5344CB8AC3E}">
        <p14:creationId xmlns:p14="http://schemas.microsoft.com/office/powerpoint/2010/main" val="644113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6583681" y="2659559"/>
            <a:ext cx="5438602" cy="1329595"/>
          </a:xfrm>
          <a:prstGeom prst="rect">
            <a:avLst/>
          </a:prstGeom>
        </p:spPr>
        <p:txBody>
          <a:bodyPr wrap="square" lIns="0" tIns="0" rIns="0" bIns="0" anchor="t" anchorCtr="0">
            <a:spAutoFit/>
          </a:bodyPr>
          <a:lstStyle>
            <a:lvl1pPr algn="l" defTabSz="1828800" rtl="0" eaLnBrk="1" latinLnBrk="0" hangingPunct="1">
              <a:lnSpc>
                <a:spcPct val="90000"/>
              </a:lnSpc>
              <a:spcBef>
                <a:spcPct val="0"/>
              </a:spcBef>
              <a:buNone/>
              <a:defRPr sz="7200" b="1" kern="120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r>
              <a:rPr lang="vi-VN" sz="3200" b="1" u="sng" dirty="0">
                <a:solidFill>
                  <a:schemeClr val="bg1"/>
                </a:solidFill>
                <a:latin typeface="Open Sans" panose="020B0606030504020204" pitchFamily="34" charset="0"/>
              </a:rPr>
              <a:t>2. </a:t>
            </a:r>
            <a:r>
              <a:rPr lang="vi-VN" sz="3200" b="1" u="sng" dirty="0" err="1">
                <a:solidFill>
                  <a:schemeClr val="bg1"/>
                </a:solidFill>
                <a:latin typeface="Open Sans" panose="020B0606030504020204" pitchFamily="34" charset="0"/>
              </a:rPr>
              <a:t>Kiể</a:t>
            </a:r>
            <a:r>
              <a:rPr lang="en-US" sz="3200" b="1" u="sng" dirty="0">
                <a:solidFill>
                  <a:schemeClr val="bg1"/>
                </a:solidFill>
                <a:latin typeface="Open Sans" panose="020B0606030504020204" pitchFamily="34" charset="0"/>
              </a:rPr>
              <a:t>m</a:t>
            </a:r>
            <a:r>
              <a:rPr lang="vi-VN" sz="3200" b="1" u="sng" dirty="0">
                <a:solidFill>
                  <a:schemeClr val="bg1"/>
                </a:solidFill>
                <a:latin typeface="Open Sans" panose="020B0606030504020204" pitchFamily="34" charset="0"/>
              </a:rPr>
              <a:t> soát nồng độ sản phẩm theo thời gian thực </a:t>
            </a:r>
            <a:r>
              <a:rPr lang="vi-VN" sz="3200" u="sng" dirty="0">
                <a:solidFill>
                  <a:schemeClr val="bg1"/>
                </a:solidFill>
              </a:rPr>
              <a:t>trên cloud</a:t>
            </a:r>
            <a:endParaRPr lang="vi-VN" sz="3200" b="1" u="sng" dirty="0">
              <a:solidFill>
                <a:schemeClr val="bg1"/>
              </a:solidFill>
              <a:latin typeface="Open Sans" panose="020B0606030504020204" pitchFamily="34" charset="0"/>
            </a:endParaRPr>
          </a:p>
        </p:txBody>
      </p:sp>
      <p:grpSp>
        <p:nvGrpSpPr>
          <p:cNvPr id="7" name="Group 6"/>
          <p:cNvGrpSpPr/>
          <p:nvPr/>
        </p:nvGrpSpPr>
        <p:grpSpPr>
          <a:xfrm>
            <a:off x="5670958" y="3000050"/>
            <a:ext cx="838200" cy="76200"/>
            <a:chOff x="3244850" y="3002280"/>
            <a:chExt cx="1752600" cy="152400"/>
          </a:xfrm>
          <a:solidFill>
            <a:schemeClr val="accent3"/>
          </a:solidFill>
        </p:grpSpPr>
        <p:sp>
          <p:nvSpPr>
            <p:cNvPr id="8" name="Rectangle 7"/>
            <p:cNvSpPr/>
            <p:nvPr/>
          </p:nvSpPr>
          <p:spPr>
            <a:xfrm>
              <a:off x="4121150" y="3002280"/>
              <a:ext cx="8763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57995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5340" y="1020928"/>
            <a:ext cx="10538460" cy="508179"/>
          </a:xfrm>
        </p:spPr>
        <p:txBody>
          <a:bodyPr>
            <a:normAutofit/>
          </a:bodyPr>
          <a:lstStyle/>
          <a:p>
            <a:r>
              <a:rPr lang="en-US" sz="2100" dirty="0" err="1"/>
              <a:t>Hệ</a:t>
            </a:r>
            <a:r>
              <a:rPr lang="en-US" sz="2100" dirty="0"/>
              <a:t> </a:t>
            </a:r>
            <a:r>
              <a:rPr lang="en-US" sz="2100" dirty="0" err="1"/>
              <a:t>thống</a:t>
            </a:r>
            <a:r>
              <a:rPr lang="en-US" sz="2100" dirty="0"/>
              <a:t> </a:t>
            </a:r>
            <a:r>
              <a:rPr lang="en-US" sz="2100" dirty="0" err="1"/>
              <a:t>tín</a:t>
            </a:r>
            <a:r>
              <a:rPr lang="en-US" sz="2100" dirty="0"/>
              <a:t> </a:t>
            </a:r>
            <a:r>
              <a:rPr lang="en-US" sz="2100" dirty="0" err="1"/>
              <a:t>hiệu</a:t>
            </a:r>
            <a:r>
              <a:rPr lang="en-US" sz="2100" dirty="0"/>
              <a:t> </a:t>
            </a:r>
            <a:r>
              <a:rPr lang="en-US" sz="2100" dirty="0" err="1"/>
              <a:t>thời</a:t>
            </a:r>
            <a:r>
              <a:rPr lang="en-US" sz="2100" dirty="0"/>
              <a:t> </a:t>
            </a:r>
            <a:r>
              <a:rPr lang="en-US" sz="2100" dirty="0" err="1"/>
              <a:t>gian</a:t>
            </a:r>
            <a:r>
              <a:rPr lang="en-US" sz="2100" dirty="0"/>
              <a:t> </a:t>
            </a:r>
            <a:r>
              <a:rPr lang="en-US" sz="2100" dirty="0" err="1"/>
              <a:t>thực</a:t>
            </a:r>
            <a:endParaRPr lang="en-US" sz="2100" dirty="0"/>
          </a:p>
        </p:txBody>
      </p:sp>
      <p:pic>
        <p:nvPicPr>
          <p:cNvPr id="5" name="Hình ảnh 4" descr="Ảnh có chứa văn bản, ảnh chụp màn hình, biểu đồ, thiết kế&#10;&#10;Mô tả được tạo tự động">
            <a:extLst>
              <a:ext uri="{FF2B5EF4-FFF2-40B4-BE49-F238E27FC236}">
                <a16:creationId xmlns:a16="http://schemas.microsoft.com/office/drawing/2014/main" id="{9B16B81A-7DEF-9F41-A418-46043E5198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1422" y="1611989"/>
            <a:ext cx="9189156" cy="5034304"/>
          </a:xfrm>
          <a:prstGeom prst="rect">
            <a:avLst/>
          </a:prstGeom>
        </p:spPr>
      </p:pic>
      <p:sp>
        <p:nvSpPr>
          <p:cNvPr id="8" name="Hộp Văn bản 7">
            <a:extLst>
              <a:ext uri="{FF2B5EF4-FFF2-40B4-BE49-F238E27FC236}">
                <a16:creationId xmlns:a16="http://schemas.microsoft.com/office/drawing/2014/main" id="{80D7F7FF-A442-545A-AB67-F6BEC8BD02DD}"/>
              </a:ext>
            </a:extLst>
          </p:cNvPr>
          <p:cNvSpPr txBox="1"/>
          <p:nvPr/>
        </p:nvSpPr>
        <p:spPr>
          <a:xfrm>
            <a:off x="6813755" y="3854244"/>
            <a:ext cx="1265090" cy="369332"/>
          </a:xfrm>
          <a:prstGeom prst="rect">
            <a:avLst/>
          </a:prstGeom>
          <a:noFill/>
        </p:spPr>
        <p:txBody>
          <a:bodyPr wrap="none" rtlCol="0">
            <a:spAutoFit/>
          </a:bodyPr>
          <a:lstStyle/>
          <a:p>
            <a:r>
              <a:rPr lang="en-US" dirty="0"/>
              <a:t>Databricks</a:t>
            </a:r>
          </a:p>
        </p:txBody>
      </p:sp>
      <p:sp>
        <p:nvSpPr>
          <p:cNvPr id="3" name="TextBox 2">
            <a:extLst>
              <a:ext uri="{FF2B5EF4-FFF2-40B4-BE49-F238E27FC236}">
                <a16:creationId xmlns:a16="http://schemas.microsoft.com/office/drawing/2014/main" id="{F586A270-64B0-99FC-5B08-BB3AA2C6893C}"/>
              </a:ext>
            </a:extLst>
          </p:cNvPr>
          <p:cNvSpPr txBox="1"/>
          <p:nvPr/>
        </p:nvSpPr>
        <p:spPr>
          <a:xfrm>
            <a:off x="6964565" y="1529106"/>
            <a:ext cx="963469" cy="307777"/>
          </a:xfrm>
          <a:prstGeom prst="rect">
            <a:avLst/>
          </a:prstGeom>
          <a:noFill/>
        </p:spPr>
        <p:txBody>
          <a:bodyPr wrap="none" rtlCol="0">
            <a:spAutoFit/>
          </a:bodyPr>
          <a:lstStyle/>
          <a:p>
            <a:r>
              <a:rPr lang="vi-VN" sz="1400" dirty="0">
                <a:highlight>
                  <a:srgbClr val="FFFF00"/>
                </a:highlight>
              </a:rPr>
              <a:t>ML Model</a:t>
            </a:r>
            <a:endParaRPr lang="en-US" sz="1400" dirty="0">
              <a:highlight>
                <a:srgbClr val="FFFF00"/>
              </a:highlight>
            </a:endParaRPr>
          </a:p>
        </p:txBody>
      </p:sp>
      <p:pic>
        <p:nvPicPr>
          <p:cNvPr id="6" name="Picture 5">
            <a:extLst>
              <a:ext uri="{FF2B5EF4-FFF2-40B4-BE49-F238E27FC236}">
                <a16:creationId xmlns:a16="http://schemas.microsoft.com/office/drawing/2014/main" id="{1F6CA85A-261C-98BA-16A3-14D88B3CACC1}"/>
              </a:ext>
            </a:extLst>
          </p:cNvPr>
          <p:cNvPicPr>
            <a:picLocks noChangeAspect="1"/>
          </p:cNvPicPr>
          <p:nvPr/>
        </p:nvPicPr>
        <p:blipFill rotWithShape="1">
          <a:blip r:embed="rId4"/>
          <a:srcRect l="30848" t="42584" r="44240" b="16491"/>
          <a:stretch/>
        </p:blipFill>
        <p:spPr>
          <a:xfrm>
            <a:off x="0" y="4447146"/>
            <a:ext cx="2303003" cy="2364530"/>
          </a:xfrm>
          <a:prstGeom prst="rect">
            <a:avLst/>
          </a:prstGeom>
        </p:spPr>
      </p:pic>
      <p:cxnSp>
        <p:nvCxnSpPr>
          <p:cNvPr id="10" name="Straight Arrow Connector 8">
            <a:extLst>
              <a:ext uri="{FF2B5EF4-FFF2-40B4-BE49-F238E27FC236}">
                <a16:creationId xmlns:a16="http://schemas.microsoft.com/office/drawing/2014/main" id="{886B01A9-E4F2-7130-8F59-F66DEA42C9F3}"/>
              </a:ext>
            </a:extLst>
          </p:cNvPr>
          <p:cNvCxnSpPr>
            <a:cxnSpLocks/>
            <a:stCxn id="1026" idx="0"/>
          </p:cNvCxnSpPr>
          <p:nvPr/>
        </p:nvCxnSpPr>
        <p:spPr>
          <a:xfrm flipV="1">
            <a:off x="2127183" y="4447146"/>
            <a:ext cx="0" cy="2453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 name="Đường kết nối: Mũi tên Gấp khúc 3">
            <a:extLst>
              <a:ext uri="{FF2B5EF4-FFF2-40B4-BE49-F238E27FC236}">
                <a16:creationId xmlns:a16="http://schemas.microsoft.com/office/drawing/2014/main" id="{A2DDB64C-1956-191D-8F1B-DC1170EBAAB6}"/>
              </a:ext>
            </a:extLst>
          </p:cNvPr>
          <p:cNvCxnSpPr>
            <a:cxnSpLocks/>
          </p:cNvCxnSpPr>
          <p:nvPr/>
        </p:nvCxnSpPr>
        <p:spPr>
          <a:xfrm rot="5400000" flipH="1" flipV="1">
            <a:off x="1704137" y="5252690"/>
            <a:ext cx="429724" cy="41636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26" name="Picture 2" descr="Csv Generic Mixed icon">
            <a:extLst>
              <a:ext uri="{FF2B5EF4-FFF2-40B4-BE49-F238E27FC236}">
                <a16:creationId xmlns:a16="http://schemas.microsoft.com/office/drawing/2014/main" id="{E4622B64-BFE3-9494-2370-A823768C67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0417" y="4692479"/>
            <a:ext cx="553532" cy="553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4902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6642" y="983019"/>
            <a:ext cx="4486910" cy="508179"/>
          </a:xfrm>
          <a:prstGeom prst="rect">
            <a:avLst/>
          </a:prstGeom>
        </p:spPr>
        <p:txBody>
          <a:bodyPr>
            <a:normAutofit/>
          </a:bodyPr>
          <a:lstStyle/>
          <a:p>
            <a:r>
              <a:rPr lang="en-US" sz="2800" dirty="0" err="1"/>
              <a:t>Mô</a:t>
            </a:r>
            <a:r>
              <a:rPr lang="en-US" sz="2800" dirty="0"/>
              <a:t> </a:t>
            </a:r>
            <a:r>
              <a:rPr lang="en-US" sz="2800" dirty="0" err="1"/>
              <a:t>hình</a:t>
            </a:r>
            <a:r>
              <a:rPr lang="en-US" sz="2800" dirty="0"/>
              <a:t> </a:t>
            </a:r>
            <a:r>
              <a:rPr lang="vi-VN" sz="2800" dirty="0"/>
              <a:t>máy học </a:t>
            </a:r>
            <a:r>
              <a:rPr lang="nb-NO" sz="2800" dirty="0"/>
              <a:t>:</a:t>
            </a:r>
            <a:r>
              <a:rPr lang="en-US" sz="2800" dirty="0"/>
              <a:t>PLS</a:t>
            </a:r>
          </a:p>
        </p:txBody>
      </p:sp>
      <p:sp>
        <p:nvSpPr>
          <p:cNvPr id="15" name="TextBox 14"/>
          <p:cNvSpPr txBox="1"/>
          <p:nvPr/>
        </p:nvSpPr>
        <p:spPr>
          <a:xfrm>
            <a:off x="346554" y="2016042"/>
            <a:ext cx="5723715" cy="3093154"/>
          </a:xfrm>
          <a:prstGeom prst="rect">
            <a:avLst/>
          </a:prstGeom>
          <a:noFill/>
        </p:spPr>
        <p:txBody>
          <a:bodyPr wrap="square" lIns="0" tIns="0" rIns="0" bIns="0" rtlCol="0">
            <a:spAutoFit/>
          </a:bodyPr>
          <a:lstStyle/>
          <a:p>
            <a:r>
              <a:rPr lang="vi-VN" sz="1600" b="0" i="0" dirty="0">
                <a:effectLst/>
                <a:highlight>
                  <a:srgbClr val="FFFFFF"/>
                </a:highlight>
                <a:latin typeface="Arial" panose="020B0604020202020204" pitchFamily="34" charset="0"/>
              </a:rPr>
              <a:t>Bộ dữ liệu</a:t>
            </a:r>
          </a:p>
          <a:p>
            <a:pPr marL="285750" indent="-285750">
              <a:spcBef>
                <a:spcPts val="600"/>
              </a:spcBef>
              <a:spcAft>
                <a:spcPts val="600"/>
              </a:spcAft>
              <a:buFont typeface="Arial" panose="020B0604020202020204" pitchFamily="34" charset="0"/>
              <a:buChar char="•"/>
            </a:pPr>
            <a:r>
              <a:rPr lang="vi-VN" sz="1600" b="0" i="0" dirty="0">
                <a:effectLst/>
                <a:highlight>
                  <a:srgbClr val="FFFFFF"/>
                </a:highlight>
                <a:latin typeface="Arial" panose="020B0604020202020204" pitchFamily="34" charset="0"/>
              </a:rPr>
              <a:t>Bộ dữ liệu bao gồm 100 lô sản xuất tổng cộng khoảng 2.5 GB dữ liệu, với dữ liệu phép</a:t>
            </a:r>
            <a:r>
              <a:rPr lang="en-US" sz="1600" b="0" i="0" dirty="0">
                <a:effectLst/>
                <a:highlight>
                  <a:srgbClr val="FFFFFF"/>
                </a:highlight>
                <a:latin typeface="Arial" panose="020B0604020202020204" pitchFamily="34" charset="0"/>
              </a:rPr>
              <a:t> </a:t>
            </a:r>
            <a:r>
              <a:rPr lang="vi-VN" sz="1600" b="0" i="0" dirty="0">
                <a:effectLst/>
                <a:highlight>
                  <a:srgbClr val="FFFFFF"/>
                </a:highlight>
                <a:latin typeface="Arial" panose="020B0604020202020204" pitchFamily="34" charset="0"/>
              </a:rPr>
              <a:t>đo phổ Raman để hỗ trợ nghiên cứu và phát triển trong lĩnh vực phân tích dữ liệu lớn trong nuôi vi tảo trong công nghiệp nhằm mục đích dự đoán nồng</a:t>
            </a:r>
            <a:r>
              <a:rPr lang="en-US" sz="1600" b="0" i="0" dirty="0">
                <a:effectLst/>
                <a:highlight>
                  <a:srgbClr val="FFFFFF"/>
                </a:highlight>
                <a:latin typeface="Arial" panose="020B0604020202020204" pitchFamily="34" charset="0"/>
              </a:rPr>
              <a:t> </a:t>
            </a:r>
            <a:r>
              <a:rPr lang="vi-VN" sz="1600" b="0" i="0" dirty="0">
                <a:effectLst/>
                <a:highlight>
                  <a:srgbClr val="FFFFFF"/>
                </a:highlight>
                <a:latin typeface="Arial" panose="020B0604020202020204" pitchFamily="34" charset="0"/>
              </a:rPr>
              <a:t>độ hóa chất AAA tạo ra trong quá trình nuôi vi tảo. </a:t>
            </a:r>
            <a:endParaRPr lang="en-US" sz="1600" dirty="0">
              <a:highlight>
                <a:srgbClr val="FFFFFF"/>
              </a:highlight>
              <a:latin typeface="Arial" panose="020B0604020202020204" pitchFamily="34" charset="0"/>
            </a:endParaRPr>
          </a:p>
          <a:p>
            <a:pPr marL="285750" indent="-285750">
              <a:spcBef>
                <a:spcPts val="600"/>
              </a:spcBef>
              <a:spcAft>
                <a:spcPts val="600"/>
              </a:spcAft>
              <a:buFont typeface="Arial" panose="020B0604020202020204" pitchFamily="34" charset="0"/>
              <a:buChar char="•"/>
            </a:pPr>
            <a:r>
              <a:rPr lang="vi-VN" sz="1600" b="0" i="0" dirty="0">
                <a:effectLst/>
                <a:highlight>
                  <a:srgbClr val="FFFFFF"/>
                </a:highlight>
                <a:latin typeface="Arial" panose="020B0604020202020204" pitchFamily="34" charset="0"/>
              </a:rPr>
              <a:t>Bộ dữ liệu được thu thập bằng thiết bị phổ</a:t>
            </a:r>
            <a:br>
              <a:rPr lang="vi-VN" sz="1600" dirty="0"/>
            </a:br>
            <a:r>
              <a:rPr lang="vi-VN" sz="1600" b="0" i="0" dirty="0" err="1">
                <a:effectLst/>
                <a:highlight>
                  <a:srgbClr val="FFFFFF"/>
                </a:highlight>
                <a:latin typeface="Arial" panose="020B0604020202020204" pitchFamily="34" charset="0"/>
              </a:rPr>
              <a:t>Raman</a:t>
            </a:r>
            <a:r>
              <a:rPr lang="en-US" sz="1600" dirty="0">
                <a:highlight>
                  <a:srgbClr val="FFFFFF"/>
                </a:highlight>
                <a:latin typeface="Arial" panose="020B0604020202020204" pitchFamily="34" charset="0"/>
              </a:rPr>
              <a:t> </a:t>
            </a:r>
            <a:r>
              <a:rPr lang="vi-VN" sz="1600" b="0" i="0" dirty="0">
                <a:effectLst/>
                <a:highlight>
                  <a:srgbClr val="FFFFFF"/>
                </a:highlight>
                <a:latin typeface="Arial" panose="020B0604020202020204" pitchFamily="34" charset="0"/>
              </a:rPr>
              <a:t>ghi</a:t>
            </a:r>
            <a:r>
              <a:rPr lang="en-US" sz="1600" b="0" i="0" dirty="0">
                <a:effectLst/>
                <a:highlight>
                  <a:srgbClr val="FFFFFF"/>
                </a:highlight>
                <a:latin typeface="Arial" panose="020B0604020202020204" pitchFamily="34" charset="0"/>
              </a:rPr>
              <a:t> </a:t>
            </a:r>
            <a:r>
              <a:rPr lang="vi-VN" sz="1600" b="0" i="0" dirty="0">
                <a:effectLst/>
                <a:highlight>
                  <a:srgbClr val="FFFFFF"/>
                </a:highlight>
                <a:latin typeface="Arial" panose="020B0604020202020204" pitchFamily="34" charset="0"/>
              </a:rPr>
              <a:t>lại một phổ mỗi phút. Tổng cộng 540 phổ được ghi lại trong suốt 9 giờ.</a:t>
            </a:r>
          </a:p>
          <a:p>
            <a:pPr marL="285750" indent="-285750">
              <a:spcBef>
                <a:spcPts val="600"/>
              </a:spcBef>
              <a:spcAft>
                <a:spcPts val="600"/>
              </a:spcAft>
              <a:buFont typeface="Arial" panose="020B0604020202020204" pitchFamily="34" charset="0"/>
              <a:buChar char="•"/>
            </a:pPr>
            <a:r>
              <a:rPr lang="vi-VN" sz="1600" dirty="0">
                <a:highlight>
                  <a:srgbClr val="FFFFFF"/>
                </a:highlight>
                <a:latin typeface="Arial" panose="020B0604020202020204" pitchFamily="34" charset="0"/>
              </a:rPr>
              <a:t>Bộ dữ liệu được cung cấp bởi người hướng dẫn từ </a:t>
            </a:r>
            <a:r>
              <a:rPr lang="vi-VN" sz="1600" dirty="0" err="1">
                <a:highlight>
                  <a:srgbClr val="FFFFFF"/>
                </a:highlight>
                <a:latin typeface="Arial" panose="020B0604020202020204" pitchFamily="34" charset="0"/>
              </a:rPr>
              <a:t>Sintef</a:t>
            </a:r>
            <a:r>
              <a:rPr lang="en-US" sz="1600" dirty="0">
                <a:highlight>
                  <a:srgbClr val="FFFFFF"/>
                </a:highlight>
                <a:latin typeface="Arial" panose="020B0604020202020204" pitchFamily="34" charset="0"/>
              </a:rPr>
              <a:t> - </a:t>
            </a:r>
            <a:r>
              <a:rPr lang="vi-VN" sz="1600" dirty="0" err="1">
                <a:highlight>
                  <a:srgbClr val="FFFFFF"/>
                </a:highlight>
                <a:latin typeface="Arial" panose="020B0604020202020204" pitchFamily="34" charset="0"/>
              </a:rPr>
              <a:t>Nauy</a:t>
            </a:r>
            <a:endParaRPr lang="en-US" sz="1600" dirty="0">
              <a:highlight>
                <a:srgbClr val="FFFFFF"/>
              </a:highlight>
              <a:latin typeface="Arial" panose="020B0604020202020204" pitchFamily="34" charset="0"/>
            </a:endParaRPr>
          </a:p>
        </p:txBody>
      </p:sp>
      <p:pic>
        <p:nvPicPr>
          <p:cNvPr id="19" name="Hình ảnh 18">
            <a:extLst>
              <a:ext uri="{FF2B5EF4-FFF2-40B4-BE49-F238E27FC236}">
                <a16:creationId xmlns:a16="http://schemas.microsoft.com/office/drawing/2014/main" id="{01C292EC-80CC-4CD5-41C0-1D034F3452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1731" y="2039599"/>
            <a:ext cx="5735971" cy="3456426"/>
          </a:xfrm>
          <a:prstGeom prst="rect">
            <a:avLst/>
          </a:prstGeom>
        </p:spPr>
      </p:pic>
    </p:spTree>
    <p:extLst>
      <p:ext uri="{BB962C8B-B14F-4D97-AF65-F5344CB8AC3E}">
        <p14:creationId xmlns:p14="http://schemas.microsoft.com/office/powerpoint/2010/main" val="2718097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263" y="1022348"/>
            <a:ext cx="4486910" cy="508179"/>
          </a:xfrm>
          <a:prstGeom prst="rect">
            <a:avLst/>
          </a:prstGeom>
        </p:spPr>
        <p:txBody>
          <a:bodyPr>
            <a:noAutofit/>
          </a:bodyPr>
          <a:lstStyle/>
          <a:p>
            <a:r>
              <a:rPr lang="en-US" sz="2000" dirty="0" err="1"/>
              <a:t>Kết</a:t>
            </a:r>
            <a:r>
              <a:rPr lang="en-US" sz="2000" dirty="0"/>
              <a:t> </a:t>
            </a:r>
            <a:r>
              <a:rPr lang="en-US" sz="2000" dirty="0" err="1"/>
              <a:t>quả</a:t>
            </a:r>
            <a:r>
              <a:rPr lang="en-US" sz="2000" dirty="0"/>
              <a:t> </a:t>
            </a:r>
            <a:r>
              <a:rPr lang="en-US" sz="2000" dirty="0" err="1"/>
              <a:t>huẩn</a:t>
            </a:r>
            <a:r>
              <a:rPr lang="en-US" sz="2000" dirty="0"/>
              <a:t> </a:t>
            </a:r>
            <a:r>
              <a:rPr lang="en-US" sz="2000" dirty="0" err="1"/>
              <a:t>luyện</a:t>
            </a:r>
            <a:r>
              <a:rPr lang="en-US" sz="2000" dirty="0"/>
              <a:t> </a:t>
            </a:r>
            <a:r>
              <a:rPr lang="en-US" sz="2000" dirty="0" err="1"/>
              <a:t>mô</a:t>
            </a:r>
            <a:r>
              <a:rPr lang="en-US" sz="2000" dirty="0"/>
              <a:t> </a:t>
            </a:r>
            <a:r>
              <a:rPr lang="en-US" sz="2000" dirty="0" err="1"/>
              <a:t>hình</a:t>
            </a:r>
            <a:r>
              <a:rPr lang="en-US" sz="2000" dirty="0"/>
              <a:t> PLS</a:t>
            </a:r>
          </a:p>
        </p:txBody>
      </p:sp>
      <p:pic>
        <p:nvPicPr>
          <p:cNvPr id="4" name="Hình ảnh 3">
            <a:extLst>
              <a:ext uri="{FF2B5EF4-FFF2-40B4-BE49-F238E27FC236}">
                <a16:creationId xmlns:a16="http://schemas.microsoft.com/office/drawing/2014/main" id="{83322723-67C8-18B1-CD4B-BA5BCCF05715}"/>
              </a:ext>
            </a:extLst>
          </p:cNvPr>
          <p:cNvPicPr>
            <a:picLocks noChangeAspect="1"/>
          </p:cNvPicPr>
          <p:nvPr/>
        </p:nvPicPr>
        <p:blipFill>
          <a:blip r:embed="rId2"/>
          <a:stretch>
            <a:fillRect/>
          </a:stretch>
        </p:blipFill>
        <p:spPr>
          <a:xfrm>
            <a:off x="5475938" y="2407456"/>
            <a:ext cx="6716062" cy="4172532"/>
          </a:xfrm>
          <a:prstGeom prst="rect">
            <a:avLst/>
          </a:prstGeom>
        </p:spPr>
      </p:pic>
      <p:pic>
        <p:nvPicPr>
          <p:cNvPr id="6" name="Hình ảnh 5">
            <a:extLst>
              <a:ext uri="{FF2B5EF4-FFF2-40B4-BE49-F238E27FC236}">
                <a16:creationId xmlns:a16="http://schemas.microsoft.com/office/drawing/2014/main" id="{65ED272F-F68C-D189-43DB-0B314B790D1B}"/>
              </a:ext>
            </a:extLst>
          </p:cNvPr>
          <p:cNvPicPr>
            <a:picLocks noChangeAspect="1"/>
          </p:cNvPicPr>
          <p:nvPr/>
        </p:nvPicPr>
        <p:blipFill>
          <a:blip r:embed="rId3"/>
          <a:stretch>
            <a:fillRect/>
          </a:stretch>
        </p:blipFill>
        <p:spPr>
          <a:xfrm>
            <a:off x="1475294" y="3445826"/>
            <a:ext cx="3200847" cy="1047896"/>
          </a:xfrm>
          <a:prstGeom prst="rect">
            <a:avLst/>
          </a:prstGeom>
        </p:spPr>
      </p:pic>
      <p:sp>
        <p:nvSpPr>
          <p:cNvPr id="3" name="Hộp Văn bản 2">
            <a:extLst>
              <a:ext uri="{FF2B5EF4-FFF2-40B4-BE49-F238E27FC236}">
                <a16:creationId xmlns:a16="http://schemas.microsoft.com/office/drawing/2014/main" id="{7536EECF-E3A2-03FB-1210-E984009BD19A}"/>
              </a:ext>
            </a:extLst>
          </p:cNvPr>
          <p:cNvSpPr txBox="1"/>
          <p:nvPr/>
        </p:nvSpPr>
        <p:spPr>
          <a:xfrm>
            <a:off x="832262" y="1530527"/>
            <a:ext cx="11064769" cy="646331"/>
          </a:xfrm>
          <a:prstGeom prst="rect">
            <a:avLst/>
          </a:prstGeom>
          <a:noFill/>
        </p:spPr>
        <p:txBody>
          <a:bodyPr wrap="square">
            <a:spAutoFit/>
          </a:bodyPr>
          <a:lstStyle/>
          <a:p>
            <a:r>
              <a:rPr lang="vi-VN" dirty="0" err="1"/>
              <a:t>Partial</a:t>
            </a:r>
            <a:r>
              <a:rPr lang="vi-VN" dirty="0"/>
              <a:t> </a:t>
            </a:r>
            <a:r>
              <a:rPr lang="vi-VN" dirty="0" err="1"/>
              <a:t>Least</a:t>
            </a:r>
            <a:r>
              <a:rPr lang="vi-VN" dirty="0"/>
              <a:t> </a:t>
            </a:r>
            <a:r>
              <a:rPr lang="vi-VN" dirty="0" err="1"/>
              <a:t>Squares</a:t>
            </a:r>
            <a:r>
              <a:rPr lang="vi-VN" dirty="0"/>
              <a:t> </a:t>
            </a:r>
            <a:r>
              <a:rPr lang="vi-VN" dirty="0" err="1"/>
              <a:t>Regression</a:t>
            </a:r>
            <a:r>
              <a:rPr lang="vi-VN" dirty="0"/>
              <a:t> (PLSR) là một phương pháp hồi quy được thiết kế để tìm mối quan hệ giữa các biến đầu vào X và biến đầu ra y thông qua việc tìm kiếm các thành phần ẩn (</a:t>
            </a:r>
            <a:r>
              <a:rPr lang="vi-VN" dirty="0" err="1"/>
              <a:t>latent</a:t>
            </a:r>
            <a:r>
              <a:rPr lang="vi-VN" dirty="0"/>
              <a:t> </a:t>
            </a:r>
            <a:r>
              <a:rPr lang="vi-VN" dirty="0" err="1"/>
              <a:t>variables</a:t>
            </a:r>
            <a:r>
              <a:rPr lang="vi-VN" dirty="0"/>
              <a:t>). </a:t>
            </a:r>
            <a:endParaRPr lang="en-US" dirty="0"/>
          </a:p>
        </p:txBody>
      </p:sp>
    </p:spTree>
    <p:extLst>
      <p:ext uri="{BB962C8B-B14F-4D97-AF65-F5344CB8AC3E}">
        <p14:creationId xmlns:p14="http://schemas.microsoft.com/office/powerpoint/2010/main" val="1303341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5340" y="1020928"/>
            <a:ext cx="10538460" cy="508179"/>
          </a:xfrm>
        </p:spPr>
        <p:txBody>
          <a:bodyPr>
            <a:normAutofit/>
          </a:bodyPr>
          <a:lstStyle/>
          <a:p>
            <a:r>
              <a:rPr lang="en-US" sz="2100" dirty="0" err="1"/>
              <a:t>Hệ</a:t>
            </a:r>
            <a:r>
              <a:rPr lang="en-US" sz="2100" dirty="0"/>
              <a:t> </a:t>
            </a:r>
            <a:r>
              <a:rPr lang="en-US" sz="2100" dirty="0" err="1"/>
              <a:t>thống</a:t>
            </a:r>
            <a:r>
              <a:rPr lang="en-US" sz="2100" dirty="0"/>
              <a:t> </a:t>
            </a:r>
            <a:r>
              <a:rPr lang="en-US" sz="2100" dirty="0" err="1"/>
              <a:t>tín</a:t>
            </a:r>
            <a:r>
              <a:rPr lang="en-US" sz="2100" dirty="0"/>
              <a:t> </a:t>
            </a:r>
            <a:r>
              <a:rPr lang="en-US" sz="2100" dirty="0" err="1"/>
              <a:t>hiệu</a:t>
            </a:r>
            <a:r>
              <a:rPr lang="en-US" sz="2100" dirty="0"/>
              <a:t> </a:t>
            </a:r>
            <a:r>
              <a:rPr lang="en-US" sz="2100" dirty="0" err="1"/>
              <a:t>thời</a:t>
            </a:r>
            <a:r>
              <a:rPr lang="en-US" sz="2100" dirty="0"/>
              <a:t> </a:t>
            </a:r>
            <a:r>
              <a:rPr lang="en-US" sz="2100" dirty="0" err="1"/>
              <a:t>gian</a:t>
            </a:r>
            <a:r>
              <a:rPr lang="en-US" sz="2100" dirty="0"/>
              <a:t> </a:t>
            </a:r>
            <a:r>
              <a:rPr lang="en-US" sz="2100" dirty="0" err="1"/>
              <a:t>thực</a:t>
            </a:r>
            <a:endParaRPr lang="en-US" sz="2100" dirty="0"/>
          </a:p>
        </p:txBody>
      </p:sp>
      <p:pic>
        <p:nvPicPr>
          <p:cNvPr id="5" name="Hình ảnh 4" descr="Ảnh có chứa văn bản, ảnh chụp màn hình, biểu đồ, thiết kế&#10;&#10;Mô tả được tạo tự động">
            <a:extLst>
              <a:ext uri="{FF2B5EF4-FFF2-40B4-BE49-F238E27FC236}">
                <a16:creationId xmlns:a16="http://schemas.microsoft.com/office/drawing/2014/main" id="{9B16B81A-7DEF-9F41-A418-46043E5198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1422" y="1611989"/>
            <a:ext cx="9189156" cy="5034304"/>
          </a:xfrm>
          <a:prstGeom prst="rect">
            <a:avLst/>
          </a:prstGeom>
        </p:spPr>
      </p:pic>
      <p:sp>
        <p:nvSpPr>
          <p:cNvPr id="8" name="Hộp Văn bản 7">
            <a:extLst>
              <a:ext uri="{FF2B5EF4-FFF2-40B4-BE49-F238E27FC236}">
                <a16:creationId xmlns:a16="http://schemas.microsoft.com/office/drawing/2014/main" id="{80D7F7FF-A442-545A-AB67-F6BEC8BD02DD}"/>
              </a:ext>
            </a:extLst>
          </p:cNvPr>
          <p:cNvSpPr txBox="1"/>
          <p:nvPr/>
        </p:nvSpPr>
        <p:spPr>
          <a:xfrm>
            <a:off x="6813755" y="3854244"/>
            <a:ext cx="1265090" cy="369332"/>
          </a:xfrm>
          <a:prstGeom prst="rect">
            <a:avLst/>
          </a:prstGeom>
          <a:noFill/>
        </p:spPr>
        <p:txBody>
          <a:bodyPr wrap="none" rtlCol="0">
            <a:spAutoFit/>
          </a:bodyPr>
          <a:lstStyle/>
          <a:p>
            <a:r>
              <a:rPr lang="en-US" dirty="0"/>
              <a:t>Databricks</a:t>
            </a:r>
          </a:p>
        </p:txBody>
      </p:sp>
      <p:sp>
        <p:nvSpPr>
          <p:cNvPr id="3" name="TextBox 2">
            <a:extLst>
              <a:ext uri="{FF2B5EF4-FFF2-40B4-BE49-F238E27FC236}">
                <a16:creationId xmlns:a16="http://schemas.microsoft.com/office/drawing/2014/main" id="{F586A270-64B0-99FC-5B08-BB3AA2C6893C}"/>
              </a:ext>
            </a:extLst>
          </p:cNvPr>
          <p:cNvSpPr txBox="1"/>
          <p:nvPr/>
        </p:nvSpPr>
        <p:spPr>
          <a:xfrm>
            <a:off x="6813755" y="1529107"/>
            <a:ext cx="963469" cy="307777"/>
          </a:xfrm>
          <a:prstGeom prst="rect">
            <a:avLst/>
          </a:prstGeom>
          <a:noFill/>
        </p:spPr>
        <p:txBody>
          <a:bodyPr wrap="none" rtlCol="0">
            <a:spAutoFit/>
          </a:bodyPr>
          <a:lstStyle/>
          <a:p>
            <a:r>
              <a:rPr lang="vi-VN" sz="1400" dirty="0">
                <a:highlight>
                  <a:srgbClr val="FFFF00"/>
                </a:highlight>
              </a:rPr>
              <a:t>ML Model</a:t>
            </a:r>
            <a:endParaRPr lang="en-US" sz="1400" dirty="0">
              <a:highlight>
                <a:srgbClr val="FFFF00"/>
              </a:highlight>
            </a:endParaRPr>
          </a:p>
        </p:txBody>
      </p:sp>
      <p:sp>
        <p:nvSpPr>
          <p:cNvPr id="4" name="Title 1">
            <a:extLst>
              <a:ext uri="{FF2B5EF4-FFF2-40B4-BE49-F238E27FC236}">
                <a16:creationId xmlns:a16="http://schemas.microsoft.com/office/drawing/2014/main" id="{F392317B-8BD6-F749-7E5C-7B5589FE7E45}"/>
              </a:ext>
            </a:extLst>
          </p:cNvPr>
          <p:cNvSpPr txBox="1">
            <a:spLocks/>
          </p:cNvSpPr>
          <p:nvPr/>
        </p:nvSpPr>
        <p:spPr>
          <a:xfrm>
            <a:off x="9323377" y="1020928"/>
            <a:ext cx="2305159" cy="769441"/>
          </a:xfrm>
          <a:prstGeom prst="rect">
            <a:avLst/>
          </a:prstGeom>
        </p:spPr>
        <p:txBody>
          <a:bodyPr wrap="square" lIns="0" tIns="0" rIns="0" bIns="0" anchor="t" anchorCtr="0">
            <a:spAutoFit/>
          </a:bodyPr>
          <a:lstStyle>
            <a:lvl1pPr algn="l" defTabSz="1828800" rtl="0" eaLnBrk="1" latinLnBrk="0" hangingPunct="1">
              <a:lnSpc>
                <a:spcPct val="90000"/>
              </a:lnSpc>
              <a:spcBef>
                <a:spcPct val="0"/>
              </a:spcBef>
              <a:buNone/>
              <a:defRPr sz="7200" b="1" kern="120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US" sz="5000" dirty="0">
                <a:solidFill>
                  <a:schemeClr val="tx1"/>
                </a:solidFill>
                <a:highlight>
                  <a:srgbClr val="FFFF00"/>
                </a:highlight>
              </a:rPr>
              <a:t> Demo</a:t>
            </a:r>
          </a:p>
        </p:txBody>
      </p:sp>
      <p:pic>
        <p:nvPicPr>
          <p:cNvPr id="6" name="Picture 5">
            <a:extLst>
              <a:ext uri="{FF2B5EF4-FFF2-40B4-BE49-F238E27FC236}">
                <a16:creationId xmlns:a16="http://schemas.microsoft.com/office/drawing/2014/main" id="{1F6CA85A-261C-98BA-16A3-14D88B3CACC1}"/>
              </a:ext>
            </a:extLst>
          </p:cNvPr>
          <p:cNvPicPr>
            <a:picLocks noChangeAspect="1"/>
          </p:cNvPicPr>
          <p:nvPr/>
        </p:nvPicPr>
        <p:blipFill rotWithShape="1">
          <a:blip r:embed="rId3"/>
          <a:srcRect l="30848" t="42584" r="44240" b="16491"/>
          <a:stretch/>
        </p:blipFill>
        <p:spPr>
          <a:xfrm>
            <a:off x="0" y="4493470"/>
            <a:ext cx="2303003" cy="2364530"/>
          </a:xfrm>
          <a:prstGeom prst="rect">
            <a:avLst/>
          </a:prstGeom>
        </p:spPr>
      </p:pic>
      <p:cxnSp>
        <p:nvCxnSpPr>
          <p:cNvPr id="10" name="Straight Arrow Connector 8">
            <a:extLst>
              <a:ext uri="{FF2B5EF4-FFF2-40B4-BE49-F238E27FC236}">
                <a16:creationId xmlns:a16="http://schemas.microsoft.com/office/drawing/2014/main" id="{BBDC20F9-8D40-4576-37B5-AC2B1B918F32}"/>
              </a:ext>
            </a:extLst>
          </p:cNvPr>
          <p:cNvCxnSpPr>
            <a:cxnSpLocks/>
            <a:stCxn id="11" idx="0"/>
          </p:cNvCxnSpPr>
          <p:nvPr/>
        </p:nvCxnSpPr>
        <p:spPr>
          <a:xfrm flipV="1">
            <a:off x="2127183" y="4223576"/>
            <a:ext cx="0" cy="4689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1" name="Picture 2" descr="Csv Generic Mixed icon">
            <a:extLst>
              <a:ext uri="{FF2B5EF4-FFF2-40B4-BE49-F238E27FC236}">
                <a16:creationId xmlns:a16="http://schemas.microsoft.com/office/drawing/2014/main" id="{9C5F1D4C-84F3-75F0-EC4B-4CB220A45C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0417" y="4692479"/>
            <a:ext cx="553532" cy="553532"/>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Đường kết nối: Mũi tên Gấp khúc 13">
            <a:extLst>
              <a:ext uri="{FF2B5EF4-FFF2-40B4-BE49-F238E27FC236}">
                <a16:creationId xmlns:a16="http://schemas.microsoft.com/office/drawing/2014/main" id="{73B4C13D-3644-12F9-61C0-E452F5A448F5}"/>
              </a:ext>
            </a:extLst>
          </p:cNvPr>
          <p:cNvCxnSpPr>
            <a:cxnSpLocks/>
            <a:endCxn id="11" idx="2"/>
          </p:cNvCxnSpPr>
          <p:nvPr/>
        </p:nvCxnSpPr>
        <p:spPr>
          <a:xfrm rot="5400000" flipH="1" flipV="1">
            <a:off x="1704137" y="5252690"/>
            <a:ext cx="429724" cy="41636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4515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29">
            <a:extLst>
              <a:ext uri="{FF2B5EF4-FFF2-40B4-BE49-F238E27FC236}">
                <a16:creationId xmlns:a16="http://schemas.microsoft.com/office/drawing/2014/main" id="{5D00B7AA-90EC-4B02-8B9F-F0570A43C0EB}"/>
              </a:ext>
            </a:extLst>
          </p:cNvPr>
          <p:cNvSpPr/>
          <p:nvPr/>
        </p:nvSpPr>
        <p:spPr>
          <a:xfrm>
            <a:off x="3169584" y="1618224"/>
            <a:ext cx="3493283" cy="3499352"/>
          </a:xfrm>
          <a:custGeom>
            <a:avLst/>
            <a:gdLst>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652827 w 1828800"/>
              <a:gd name="connsiteY6" fmla="*/ 1828800 h 1828800"/>
              <a:gd name="connsiteX7" fmla="*/ 0 w 1828800"/>
              <a:gd name="connsiteY7" fmla="*/ 1175973 h 1828800"/>
              <a:gd name="connsiteX8" fmla="*/ 0 w 1828800"/>
              <a:gd name="connsiteY8" fmla="*/ 652827 h 1828800"/>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652827 w 1828800"/>
              <a:gd name="connsiteY6" fmla="*/ 1828800 h 1828800"/>
              <a:gd name="connsiteX7" fmla="*/ 0 w 1828800"/>
              <a:gd name="connsiteY7" fmla="*/ 652827 h 1828800"/>
              <a:gd name="connsiteX0" fmla="*/ 72304 w 1901104"/>
              <a:gd name="connsiteY0" fmla="*/ 652827 h 1828800"/>
              <a:gd name="connsiteX1" fmla="*/ 725131 w 1901104"/>
              <a:gd name="connsiteY1" fmla="*/ 0 h 1828800"/>
              <a:gd name="connsiteX2" fmla="*/ 1248277 w 1901104"/>
              <a:gd name="connsiteY2" fmla="*/ 0 h 1828800"/>
              <a:gd name="connsiteX3" fmla="*/ 1901104 w 1901104"/>
              <a:gd name="connsiteY3" fmla="*/ 652827 h 1828800"/>
              <a:gd name="connsiteX4" fmla="*/ 1901104 w 1901104"/>
              <a:gd name="connsiteY4" fmla="*/ 1175973 h 1828800"/>
              <a:gd name="connsiteX5" fmla="*/ 1248277 w 1901104"/>
              <a:gd name="connsiteY5" fmla="*/ 1828800 h 1828800"/>
              <a:gd name="connsiteX6" fmla="*/ 92743 w 1901104"/>
              <a:gd name="connsiteY6" fmla="*/ 1828800 h 1828800"/>
              <a:gd name="connsiteX7" fmla="*/ 72304 w 1901104"/>
              <a:gd name="connsiteY7" fmla="*/ 652827 h 1828800"/>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20439 w 1828800"/>
              <a:gd name="connsiteY6" fmla="*/ 1828800 h 1828800"/>
              <a:gd name="connsiteX7" fmla="*/ 0 w 1828800"/>
              <a:gd name="connsiteY7" fmla="*/ 652827 h 1828800"/>
              <a:gd name="connsiteX0" fmla="*/ 0 w 1828800"/>
              <a:gd name="connsiteY0" fmla="*/ 652827 h 1837345"/>
              <a:gd name="connsiteX1" fmla="*/ 652827 w 1828800"/>
              <a:gd name="connsiteY1" fmla="*/ 0 h 1837345"/>
              <a:gd name="connsiteX2" fmla="*/ 1175973 w 1828800"/>
              <a:gd name="connsiteY2" fmla="*/ 0 h 1837345"/>
              <a:gd name="connsiteX3" fmla="*/ 1828800 w 1828800"/>
              <a:gd name="connsiteY3" fmla="*/ 652827 h 1837345"/>
              <a:gd name="connsiteX4" fmla="*/ 1828800 w 1828800"/>
              <a:gd name="connsiteY4" fmla="*/ 1175973 h 1837345"/>
              <a:gd name="connsiteX5" fmla="*/ 1175973 w 1828800"/>
              <a:gd name="connsiteY5" fmla="*/ 1828800 h 1837345"/>
              <a:gd name="connsiteX6" fmla="*/ 3347 w 1828800"/>
              <a:gd name="connsiteY6" fmla="*/ 1837345 h 1837345"/>
              <a:gd name="connsiteX7" fmla="*/ 0 w 1828800"/>
              <a:gd name="connsiteY7" fmla="*/ 652827 h 1837345"/>
              <a:gd name="connsiteX0" fmla="*/ 5199 w 1833999"/>
              <a:gd name="connsiteY0" fmla="*/ 652827 h 1828800"/>
              <a:gd name="connsiteX1" fmla="*/ 658026 w 1833999"/>
              <a:gd name="connsiteY1" fmla="*/ 0 h 1828800"/>
              <a:gd name="connsiteX2" fmla="*/ 1181172 w 1833999"/>
              <a:gd name="connsiteY2" fmla="*/ 0 h 1828800"/>
              <a:gd name="connsiteX3" fmla="*/ 1833999 w 1833999"/>
              <a:gd name="connsiteY3" fmla="*/ 652827 h 1828800"/>
              <a:gd name="connsiteX4" fmla="*/ 1833999 w 1833999"/>
              <a:gd name="connsiteY4" fmla="*/ 1175973 h 1828800"/>
              <a:gd name="connsiteX5" fmla="*/ 1181172 w 1833999"/>
              <a:gd name="connsiteY5" fmla="*/ 1828800 h 1828800"/>
              <a:gd name="connsiteX6" fmla="*/ 0 w 1833999"/>
              <a:gd name="connsiteY6" fmla="*/ 1820254 h 1828800"/>
              <a:gd name="connsiteX7" fmla="*/ 5199 w 1833999"/>
              <a:gd name="connsiteY7" fmla="*/ 652827 h 1828800"/>
              <a:gd name="connsiteX0" fmla="*/ 0 w 1828800"/>
              <a:gd name="connsiteY0" fmla="*/ 652827 h 1831977"/>
              <a:gd name="connsiteX1" fmla="*/ 652827 w 1828800"/>
              <a:gd name="connsiteY1" fmla="*/ 0 h 1831977"/>
              <a:gd name="connsiteX2" fmla="*/ 1175973 w 1828800"/>
              <a:gd name="connsiteY2" fmla="*/ 0 h 1831977"/>
              <a:gd name="connsiteX3" fmla="*/ 1828800 w 1828800"/>
              <a:gd name="connsiteY3" fmla="*/ 652827 h 1831977"/>
              <a:gd name="connsiteX4" fmla="*/ 1828800 w 1828800"/>
              <a:gd name="connsiteY4" fmla="*/ 1175973 h 1831977"/>
              <a:gd name="connsiteX5" fmla="*/ 1175973 w 1828800"/>
              <a:gd name="connsiteY5" fmla="*/ 1828800 h 1831977"/>
              <a:gd name="connsiteX6" fmla="*/ 2617 w 1828800"/>
              <a:gd name="connsiteY6" fmla="*/ 1831977 h 1831977"/>
              <a:gd name="connsiteX7" fmla="*/ 0 w 1828800"/>
              <a:gd name="connsiteY7" fmla="*/ 652827 h 1831977"/>
              <a:gd name="connsiteX0" fmla="*/ 0 w 1828800"/>
              <a:gd name="connsiteY0" fmla="*/ 652827 h 1828800"/>
              <a:gd name="connsiteX1" fmla="*/ 652827 w 1828800"/>
              <a:gd name="connsiteY1" fmla="*/ 0 h 1828800"/>
              <a:gd name="connsiteX2" fmla="*/ 1175973 w 1828800"/>
              <a:gd name="connsiteY2" fmla="*/ 0 h 1828800"/>
              <a:gd name="connsiteX3" fmla="*/ 1828800 w 1828800"/>
              <a:gd name="connsiteY3" fmla="*/ 652827 h 1828800"/>
              <a:gd name="connsiteX4" fmla="*/ 1828800 w 1828800"/>
              <a:gd name="connsiteY4" fmla="*/ 1175973 h 1828800"/>
              <a:gd name="connsiteX5" fmla="*/ 1175973 w 1828800"/>
              <a:gd name="connsiteY5" fmla="*/ 1828800 h 1828800"/>
              <a:gd name="connsiteX6" fmla="*/ 2617 w 1828800"/>
              <a:gd name="connsiteY6" fmla="*/ 1828070 h 1828800"/>
              <a:gd name="connsiteX7" fmla="*/ 0 w 1828800"/>
              <a:gd name="connsiteY7" fmla="*/ 652827 h 1828800"/>
              <a:gd name="connsiteX0" fmla="*/ 0 w 1828800"/>
              <a:gd name="connsiteY0" fmla="*/ 652827 h 1831977"/>
              <a:gd name="connsiteX1" fmla="*/ 652827 w 1828800"/>
              <a:gd name="connsiteY1" fmla="*/ 0 h 1831977"/>
              <a:gd name="connsiteX2" fmla="*/ 1175973 w 1828800"/>
              <a:gd name="connsiteY2" fmla="*/ 0 h 1831977"/>
              <a:gd name="connsiteX3" fmla="*/ 1828800 w 1828800"/>
              <a:gd name="connsiteY3" fmla="*/ 652827 h 1831977"/>
              <a:gd name="connsiteX4" fmla="*/ 1828800 w 1828800"/>
              <a:gd name="connsiteY4" fmla="*/ 1175973 h 1831977"/>
              <a:gd name="connsiteX5" fmla="*/ 1175973 w 1828800"/>
              <a:gd name="connsiteY5" fmla="*/ 1828800 h 1831977"/>
              <a:gd name="connsiteX6" fmla="*/ 2617 w 1828800"/>
              <a:gd name="connsiteY6" fmla="*/ 1831977 h 1831977"/>
              <a:gd name="connsiteX7" fmla="*/ 0 w 1828800"/>
              <a:gd name="connsiteY7" fmla="*/ 652827 h 183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28800" h="1831977">
                <a:moveTo>
                  <a:pt x="0" y="652827"/>
                </a:moveTo>
                <a:cubicBezTo>
                  <a:pt x="0" y="292281"/>
                  <a:pt x="292281" y="0"/>
                  <a:pt x="652827" y="0"/>
                </a:cubicBezTo>
                <a:lnTo>
                  <a:pt x="1175973" y="0"/>
                </a:lnTo>
                <a:cubicBezTo>
                  <a:pt x="1536519" y="0"/>
                  <a:pt x="1828800" y="292281"/>
                  <a:pt x="1828800" y="652827"/>
                </a:cubicBezTo>
                <a:lnTo>
                  <a:pt x="1828800" y="1175973"/>
                </a:lnTo>
                <a:cubicBezTo>
                  <a:pt x="1828800" y="1536519"/>
                  <a:pt x="1536519" y="1828800"/>
                  <a:pt x="1175973" y="1828800"/>
                </a:cubicBezTo>
                <a:lnTo>
                  <a:pt x="2617" y="1831977"/>
                </a:lnTo>
                <a:cubicBezTo>
                  <a:pt x="11721" y="1823989"/>
                  <a:pt x="0" y="957627"/>
                  <a:pt x="0" y="652827"/>
                </a:cubicBezTo>
                <a:close/>
              </a:path>
            </a:pathLst>
          </a:custGeom>
          <a:gradFill flip="none" rotWithShape="1">
            <a:gsLst>
              <a:gs pos="41000">
                <a:schemeClr val="accent1">
                  <a:alpha val="0"/>
                  <a:lumMod val="0"/>
                  <a:lumOff val="100000"/>
                </a:schemeClr>
              </a:gs>
              <a:gs pos="98000">
                <a:schemeClr val="accent1">
                  <a:lumMod val="100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0F4539C3-2644-4C8A-8E20-70E61F45F6EC}"/>
              </a:ext>
            </a:extLst>
          </p:cNvPr>
          <p:cNvPicPr>
            <a:picLocks noChangeAspect="1"/>
          </p:cNvPicPr>
          <p:nvPr/>
        </p:nvPicPr>
        <p:blipFill rotWithShape="1">
          <a:blip r:embed="rId2">
            <a:extLst>
              <a:ext uri="{28A0092B-C50C-407E-A947-70E740481C1C}">
                <a14:useLocalDpi xmlns:a14="http://schemas.microsoft.com/office/drawing/2010/main" val="0"/>
              </a:ext>
            </a:extLst>
          </a:blip>
          <a:srcRect b="50000"/>
          <a:stretch/>
        </p:blipFill>
        <p:spPr>
          <a:xfrm>
            <a:off x="268277" y="-266571"/>
            <a:ext cx="12223771" cy="7124572"/>
          </a:xfrm>
          <a:prstGeom prst="rect">
            <a:avLst/>
          </a:prstGeom>
        </p:spPr>
      </p:pic>
      <p:grpSp>
        <p:nvGrpSpPr>
          <p:cNvPr id="5" name="Group 4"/>
          <p:cNvGrpSpPr/>
          <p:nvPr/>
        </p:nvGrpSpPr>
        <p:grpSpPr>
          <a:xfrm>
            <a:off x="2201047" y="5411561"/>
            <a:ext cx="1605418" cy="0"/>
            <a:chOff x="10051589" y="8589711"/>
            <a:chExt cx="2770560" cy="0"/>
          </a:xfrm>
        </p:grpSpPr>
        <p:cxnSp>
          <p:nvCxnSpPr>
            <p:cNvPr id="6" name="Straight Connector 5"/>
            <p:cNvCxnSpPr/>
            <p:nvPr/>
          </p:nvCxnSpPr>
          <p:spPr>
            <a:xfrm>
              <a:off x="10051589" y="8589711"/>
              <a:ext cx="1385280" cy="0"/>
            </a:xfrm>
            <a:prstGeom prst="line">
              <a:avLst/>
            </a:prstGeom>
            <a:ln w="1270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1436869" y="8589711"/>
              <a:ext cx="1385280" cy="0"/>
            </a:xfrm>
            <a:prstGeom prst="line">
              <a:avLst/>
            </a:prstGeom>
            <a:ln w="1270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8" name="TextBox 7"/>
          <p:cNvSpPr txBox="1"/>
          <p:nvPr/>
        </p:nvSpPr>
        <p:spPr>
          <a:xfrm>
            <a:off x="5445103" y="2405022"/>
            <a:ext cx="5670550" cy="1781385"/>
          </a:xfrm>
          <a:prstGeom prst="rect">
            <a:avLst/>
          </a:prstGeom>
          <a:noFill/>
        </p:spPr>
        <p:txBody>
          <a:bodyPr wrap="square" lIns="0" tIns="0" rIns="0" bIns="0" rtlCol="0">
            <a:spAutoFit/>
          </a:bodyPr>
          <a:lstStyle/>
          <a:p>
            <a:pPr>
              <a:lnSpc>
                <a:spcPct val="120000"/>
              </a:lnSpc>
              <a:spcAft>
                <a:spcPts val="1200"/>
              </a:spcAft>
            </a:pPr>
            <a:r>
              <a:rPr lang="en-US" sz="5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Thanks For Watching!</a:t>
            </a:r>
          </a:p>
        </p:txBody>
      </p:sp>
    </p:spTree>
    <p:extLst>
      <p:ext uri="{BB962C8B-B14F-4D97-AF65-F5344CB8AC3E}">
        <p14:creationId xmlns:p14="http://schemas.microsoft.com/office/powerpoint/2010/main" val="161687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263" y="983019"/>
            <a:ext cx="4486910" cy="508179"/>
          </a:xfrm>
          <a:prstGeom prst="rect">
            <a:avLst/>
          </a:prstGeom>
        </p:spPr>
        <p:txBody>
          <a:bodyPr/>
          <a:lstStyle/>
          <a:p>
            <a:r>
              <a:rPr lang="en-US" dirty="0" err="1"/>
              <a:t>Mô</a:t>
            </a:r>
            <a:r>
              <a:rPr lang="en-US" dirty="0"/>
              <a:t> </a:t>
            </a:r>
            <a:r>
              <a:rPr lang="en-US" dirty="0" err="1"/>
              <a:t>hình</a:t>
            </a:r>
            <a:r>
              <a:rPr lang="en-US" dirty="0"/>
              <a:t> Yolov8</a:t>
            </a:r>
          </a:p>
        </p:txBody>
      </p:sp>
      <p:pic>
        <p:nvPicPr>
          <p:cNvPr id="4" name="Hình ảnh 3" descr="Ảnh có chứa văn bản, biểu đồ, ảnh chụp màn hình, Kế hoạch&#10;&#10;Mô tả được tạo tự động">
            <a:extLst>
              <a:ext uri="{FF2B5EF4-FFF2-40B4-BE49-F238E27FC236}">
                <a16:creationId xmlns:a16="http://schemas.microsoft.com/office/drawing/2014/main" id="{641B5601-714E-EF7F-F06F-8D673784E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4257" y="1956123"/>
            <a:ext cx="6977743" cy="3924982"/>
          </a:xfrm>
          <a:prstGeom prst="rect">
            <a:avLst/>
          </a:prstGeom>
        </p:spPr>
      </p:pic>
      <p:pic>
        <p:nvPicPr>
          <p:cNvPr id="10" name="Hình ảnh 9">
            <a:extLst>
              <a:ext uri="{FF2B5EF4-FFF2-40B4-BE49-F238E27FC236}">
                <a16:creationId xmlns:a16="http://schemas.microsoft.com/office/drawing/2014/main" id="{18DE5228-45A7-C109-C89F-597E1AE9A801}"/>
              </a:ext>
            </a:extLst>
          </p:cNvPr>
          <p:cNvPicPr>
            <a:picLocks noChangeAspect="1"/>
          </p:cNvPicPr>
          <p:nvPr/>
        </p:nvPicPr>
        <p:blipFill>
          <a:blip r:embed="rId3"/>
          <a:stretch>
            <a:fillRect/>
          </a:stretch>
        </p:blipFill>
        <p:spPr>
          <a:xfrm>
            <a:off x="0" y="1850571"/>
            <a:ext cx="5385206" cy="2002972"/>
          </a:xfrm>
          <a:prstGeom prst="rect">
            <a:avLst/>
          </a:prstGeom>
        </p:spPr>
      </p:pic>
      <p:pic>
        <p:nvPicPr>
          <p:cNvPr id="12" name="Hình ảnh 11">
            <a:extLst>
              <a:ext uri="{FF2B5EF4-FFF2-40B4-BE49-F238E27FC236}">
                <a16:creationId xmlns:a16="http://schemas.microsoft.com/office/drawing/2014/main" id="{BCE273B5-2F92-5A84-AB13-2D372D46BFF0}"/>
              </a:ext>
            </a:extLst>
          </p:cNvPr>
          <p:cNvPicPr>
            <a:picLocks noChangeAspect="1"/>
          </p:cNvPicPr>
          <p:nvPr/>
        </p:nvPicPr>
        <p:blipFill>
          <a:blip r:embed="rId4"/>
          <a:stretch>
            <a:fillRect/>
          </a:stretch>
        </p:blipFill>
        <p:spPr>
          <a:xfrm>
            <a:off x="440872" y="3855291"/>
            <a:ext cx="4773385" cy="2279635"/>
          </a:xfrm>
          <a:prstGeom prst="rect">
            <a:avLst/>
          </a:prstGeom>
        </p:spPr>
      </p:pic>
    </p:spTree>
    <p:extLst>
      <p:ext uri="{BB962C8B-B14F-4D97-AF65-F5344CB8AC3E}">
        <p14:creationId xmlns:p14="http://schemas.microsoft.com/office/powerpoint/2010/main" val="1255185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Hình ảnh 18" descr="Ảnh có chứa ảnh chụp màn hình, biểu đồ, văn bản, Hình chữ nhật&#10;&#10;Mô tả được tạo tự động">
            <a:extLst>
              <a:ext uri="{FF2B5EF4-FFF2-40B4-BE49-F238E27FC236}">
                <a16:creationId xmlns:a16="http://schemas.microsoft.com/office/drawing/2014/main" id="{0F7FB523-AD4F-58E4-54FF-DB1C44CB05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54357" y="1609049"/>
            <a:ext cx="3509463" cy="2632099"/>
          </a:xfrm>
          <a:prstGeom prst="rect">
            <a:avLst/>
          </a:prstGeom>
        </p:spPr>
      </p:pic>
      <p:sp>
        <p:nvSpPr>
          <p:cNvPr id="2" name="Title 1"/>
          <p:cNvSpPr>
            <a:spLocks noGrp="1"/>
          </p:cNvSpPr>
          <p:nvPr>
            <p:ph type="title"/>
          </p:nvPr>
        </p:nvSpPr>
        <p:spPr>
          <a:xfrm>
            <a:off x="743772" y="1012515"/>
            <a:ext cx="4486910" cy="508179"/>
          </a:xfrm>
          <a:prstGeom prst="rect">
            <a:avLst/>
          </a:prstGeom>
        </p:spPr>
        <p:txBody>
          <a:bodyPr>
            <a:noAutofit/>
          </a:bodyPr>
          <a:lstStyle/>
          <a:p>
            <a:r>
              <a:rPr lang="en-US" sz="2400" dirty="0" err="1"/>
              <a:t>Kết</a:t>
            </a:r>
            <a:r>
              <a:rPr lang="en-US" sz="2400" dirty="0"/>
              <a:t> </a:t>
            </a:r>
            <a:r>
              <a:rPr lang="en-US" sz="2400" dirty="0" err="1"/>
              <a:t>quả</a:t>
            </a:r>
            <a:r>
              <a:rPr lang="en-US" sz="2400" dirty="0"/>
              <a:t> </a:t>
            </a:r>
            <a:r>
              <a:rPr lang="en-US" sz="2400" dirty="0" err="1"/>
              <a:t>huấn</a:t>
            </a:r>
            <a:r>
              <a:rPr lang="en-US" sz="2400" dirty="0"/>
              <a:t> </a:t>
            </a:r>
            <a:r>
              <a:rPr lang="en-US" sz="2400" dirty="0" err="1"/>
              <a:t>luyện</a:t>
            </a:r>
            <a:r>
              <a:rPr lang="en-US" sz="2400" dirty="0"/>
              <a:t> Yolov8</a:t>
            </a:r>
          </a:p>
        </p:txBody>
      </p:sp>
      <p:pic>
        <p:nvPicPr>
          <p:cNvPr id="6" name="Hình ảnh 5" descr="Ảnh có chứa văn bản, ảnh chụp màn hình, biểu đồ, Sơ đồ&#10;&#10;Mô tả được tạo tự động">
            <a:extLst>
              <a:ext uri="{FF2B5EF4-FFF2-40B4-BE49-F238E27FC236}">
                <a16:creationId xmlns:a16="http://schemas.microsoft.com/office/drawing/2014/main" id="{A1B8E628-1A43-0C82-AC3C-5B0807B1F7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792" y="1520694"/>
            <a:ext cx="3995057" cy="2663371"/>
          </a:xfrm>
          <a:prstGeom prst="rect">
            <a:avLst/>
          </a:prstGeom>
        </p:spPr>
      </p:pic>
      <p:pic>
        <p:nvPicPr>
          <p:cNvPr id="8" name="Hình ảnh 7" descr="Ảnh có chứa văn bản, biểu đồ, hàng, Sơ đồ&#10;&#10;Mô tả được tạo tự động">
            <a:extLst>
              <a:ext uri="{FF2B5EF4-FFF2-40B4-BE49-F238E27FC236}">
                <a16:creationId xmlns:a16="http://schemas.microsoft.com/office/drawing/2014/main" id="{9B4AAED2-C291-3EE3-46EA-92A51D61AE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7227" y="1629398"/>
            <a:ext cx="3917626" cy="2611750"/>
          </a:xfrm>
          <a:prstGeom prst="rect">
            <a:avLst/>
          </a:prstGeom>
        </p:spPr>
      </p:pic>
      <p:pic>
        <p:nvPicPr>
          <p:cNvPr id="10" name="Hình ảnh 9" descr="Ảnh có chứa văn bản, Hình chữ nhật, ảnh chụp màn hình&#10;&#10;Mô tả được tạo tự động">
            <a:extLst>
              <a:ext uri="{FF2B5EF4-FFF2-40B4-BE49-F238E27FC236}">
                <a16:creationId xmlns:a16="http://schemas.microsoft.com/office/drawing/2014/main" id="{8D63C087-41EA-E003-92CC-BCBA11204C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30415" y="4414333"/>
            <a:ext cx="2291072" cy="2257053"/>
          </a:xfrm>
          <a:prstGeom prst="rect">
            <a:avLst/>
          </a:prstGeom>
        </p:spPr>
      </p:pic>
      <p:pic>
        <p:nvPicPr>
          <p:cNvPr id="12" name="Hình ảnh 11" descr="Ảnh có chứa Hình chữ nhật, màu xanh lá cây&#10;&#10;Mô tả được tạo tự động">
            <a:extLst>
              <a:ext uri="{FF2B5EF4-FFF2-40B4-BE49-F238E27FC236}">
                <a16:creationId xmlns:a16="http://schemas.microsoft.com/office/drawing/2014/main" id="{884452A1-6334-0F16-8803-954DF2636E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24521" y="4423288"/>
            <a:ext cx="2272948" cy="2272948"/>
          </a:xfrm>
          <a:prstGeom prst="rect">
            <a:avLst/>
          </a:prstGeom>
        </p:spPr>
      </p:pic>
      <p:pic>
        <p:nvPicPr>
          <p:cNvPr id="14" name="Hình ảnh 13" descr="Ảnh có chứa văn bản, Hình chữ nhật, ảnh chụp màn hình&#10;&#10;Mô tả được tạo tự động">
            <a:extLst>
              <a:ext uri="{FF2B5EF4-FFF2-40B4-BE49-F238E27FC236}">
                <a16:creationId xmlns:a16="http://schemas.microsoft.com/office/drawing/2014/main" id="{3FFDFE10-A76E-0383-98D4-F11A3B9819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0792" y="4414333"/>
            <a:ext cx="2188106" cy="2257052"/>
          </a:xfrm>
          <a:prstGeom prst="rect">
            <a:avLst/>
          </a:prstGeom>
        </p:spPr>
      </p:pic>
      <p:pic>
        <p:nvPicPr>
          <p:cNvPr id="4" name="Hình ảnh 3" descr="Ảnh có chứa văn bản, biểu đồ, hàng, Sơ đồ&#10;&#10;Mô tả được tạo tự động">
            <a:extLst>
              <a:ext uri="{FF2B5EF4-FFF2-40B4-BE49-F238E27FC236}">
                <a16:creationId xmlns:a16="http://schemas.microsoft.com/office/drawing/2014/main" id="{DA14E1B4-D163-5BEE-3327-AABD184B145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651894" y="1629398"/>
            <a:ext cx="3691150" cy="2460766"/>
          </a:xfrm>
          <a:prstGeom prst="rect">
            <a:avLst/>
          </a:prstGeom>
        </p:spPr>
      </p:pic>
      <p:pic>
        <p:nvPicPr>
          <p:cNvPr id="17" name="Hình ảnh 16">
            <a:extLst>
              <a:ext uri="{FF2B5EF4-FFF2-40B4-BE49-F238E27FC236}">
                <a16:creationId xmlns:a16="http://schemas.microsoft.com/office/drawing/2014/main" id="{6ACE2EB1-5828-8F7E-965D-9C6FFF4C6E7D}"/>
              </a:ext>
            </a:extLst>
          </p:cNvPr>
          <p:cNvPicPr>
            <a:picLocks noChangeAspect="1"/>
          </p:cNvPicPr>
          <p:nvPr/>
        </p:nvPicPr>
        <p:blipFill>
          <a:blip r:embed="rId9"/>
          <a:stretch>
            <a:fillRect/>
          </a:stretch>
        </p:blipFill>
        <p:spPr>
          <a:xfrm>
            <a:off x="7497469" y="5057707"/>
            <a:ext cx="4763165" cy="1638529"/>
          </a:xfrm>
          <a:prstGeom prst="rect">
            <a:avLst/>
          </a:prstGeom>
        </p:spPr>
      </p:pic>
    </p:spTree>
    <p:extLst>
      <p:ext uri="{BB962C8B-B14F-4D97-AF65-F5344CB8AC3E}">
        <p14:creationId xmlns:p14="http://schemas.microsoft.com/office/powerpoint/2010/main" val="860846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263" y="983019"/>
            <a:ext cx="4509758" cy="508179"/>
          </a:xfrm>
          <a:prstGeom prst="rect">
            <a:avLst/>
          </a:prstGeom>
        </p:spPr>
        <p:txBody>
          <a:bodyPr>
            <a:normAutofit/>
          </a:bodyPr>
          <a:lstStyle/>
          <a:p>
            <a:r>
              <a:rPr lang="en-US" sz="2800" dirty="0" err="1"/>
              <a:t>Mô</a:t>
            </a:r>
            <a:r>
              <a:rPr lang="en-US" sz="2800" dirty="0"/>
              <a:t> </a:t>
            </a:r>
            <a:r>
              <a:rPr lang="en-US" sz="2800" dirty="0" err="1"/>
              <a:t>hình</a:t>
            </a:r>
            <a:r>
              <a:rPr lang="en-US" sz="2800" dirty="0"/>
              <a:t> </a:t>
            </a:r>
            <a:r>
              <a:rPr lang="vi-VN" sz="2800" dirty="0"/>
              <a:t>máy học </a:t>
            </a:r>
            <a:r>
              <a:rPr lang="nb-NO" sz="2800" dirty="0"/>
              <a:t>:</a:t>
            </a:r>
            <a:r>
              <a:rPr lang="en-US" sz="2800" dirty="0"/>
              <a:t>PLS</a:t>
            </a:r>
          </a:p>
        </p:txBody>
      </p:sp>
      <p:pic>
        <p:nvPicPr>
          <p:cNvPr id="9" name="Hình ảnh 8">
            <a:extLst>
              <a:ext uri="{FF2B5EF4-FFF2-40B4-BE49-F238E27FC236}">
                <a16:creationId xmlns:a16="http://schemas.microsoft.com/office/drawing/2014/main" id="{5C66C2D0-0929-1A47-D30C-2D3D031BFF63}"/>
              </a:ext>
            </a:extLst>
          </p:cNvPr>
          <p:cNvPicPr>
            <a:picLocks noChangeAspect="1"/>
          </p:cNvPicPr>
          <p:nvPr/>
        </p:nvPicPr>
        <p:blipFill>
          <a:blip r:embed="rId2"/>
          <a:stretch>
            <a:fillRect/>
          </a:stretch>
        </p:blipFill>
        <p:spPr>
          <a:xfrm>
            <a:off x="1520843" y="2662130"/>
            <a:ext cx="4124901" cy="1533739"/>
          </a:xfrm>
          <a:prstGeom prst="rect">
            <a:avLst/>
          </a:prstGeom>
        </p:spPr>
      </p:pic>
      <p:pic>
        <p:nvPicPr>
          <p:cNvPr id="11" name="Hình ảnh 10">
            <a:extLst>
              <a:ext uri="{FF2B5EF4-FFF2-40B4-BE49-F238E27FC236}">
                <a16:creationId xmlns:a16="http://schemas.microsoft.com/office/drawing/2014/main" id="{90BCE903-9BEE-DD70-DEB7-17671AE2E358}"/>
              </a:ext>
            </a:extLst>
          </p:cNvPr>
          <p:cNvPicPr>
            <a:picLocks noChangeAspect="1"/>
          </p:cNvPicPr>
          <p:nvPr/>
        </p:nvPicPr>
        <p:blipFill>
          <a:blip r:embed="rId3"/>
          <a:stretch>
            <a:fillRect/>
          </a:stretch>
        </p:blipFill>
        <p:spPr>
          <a:xfrm>
            <a:off x="6361146" y="2547814"/>
            <a:ext cx="4505954" cy="1648055"/>
          </a:xfrm>
          <a:prstGeom prst="rect">
            <a:avLst/>
          </a:prstGeom>
        </p:spPr>
      </p:pic>
      <p:pic>
        <p:nvPicPr>
          <p:cNvPr id="13" name="Hình ảnh 12">
            <a:extLst>
              <a:ext uri="{FF2B5EF4-FFF2-40B4-BE49-F238E27FC236}">
                <a16:creationId xmlns:a16="http://schemas.microsoft.com/office/drawing/2014/main" id="{6CDE0DFB-CFA4-80BC-8E93-DEC741A798FC}"/>
              </a:ext>
            </a:extLst>
          </p:cNvPr>
          <p:cNvPicPr>
            <a:picLocks noChangeAspect="1"/>
          </p:cNvPicPr>
          <p:nvPr/>
        </p:nvPicPr>
        <p:blipFill>
          <a:blip r:embed="rId4"/>
          <a:stretch>
            <a:fillRect/>
          </a:stretch>
        </p:blipFill>
        <p:spPr>
          <a:xfrm>
            <a:off x="2435823" y="4436459"/>
            <a:ext cx="7668695" cy="2143424"/>
          </a:xfrm>
          <a:prstGeom prst="rect">
            <a:avLst/>
          </a:prstGeom>
        </p:spPr>
      </p:pic>
      <p:sp>
        <p:nvSpPr>
          <p:cNvPr id="20" name="Hộp Văn bản 19">
            <a:extLst>
              <a:ext uri="{FF2B5EF4-FFF2-40B4-BE49-F238E27FC236}">
                <a16:creationId xmlns:a16="http://schemas.microsoft.com/office/drawing/2014/main" id="{E68235AF-E028-0528-5009-BC97F332B514}"/>
              </a:ext>
            </a:extLst>
          </p:cNvPr>
          <p:cNvSpPr txBox="1"/>
          <p:nvPr/>
        </p:nvSpPr>
        <p:spPr>
          <a:xfrm>
            <a:off x="943897" y="1753498"/>
            <a:ext cx="11248103" cy="646331"/>
          </a:xfrm>
          <a:prstGeom prst="rect">
            <a:avLst/>
          </a:prstGeom>
          <a:noFill/>
        </p:spPr>
        <p:txBody>
          <a:bodyPr wrap="square">
            <a:spAutoFit/>
          </a:bodyPr>
          <a:lstStyle/>
          <a:p>
            <a:r>
              <a:rPr lang="vi-VN" dirty="0" err="1"/>
              <a:t>Partial</a:t>
            </a:r>
            <a:r>
              <a:rPr lang="vi-VN" dirty="0"/>
              <a:t> </a:t>
            </a:r>
            <a:r>
              <a:rPr lang="vi-VN" dirty="0" err="1"/>
              <a:t>Least</a:t>
            </a:r>
            <a:r>
              <a:rPr lang="vi-VN" dirty="0"/>
              <a:t> </a:t>
            </a:r>
            <a:r>
              <a:rPr lang="vi-VN" dirty="0" err="1"/>
              <a:t>Squares</a:t>
            </a:r>
            <a:r>
              <a:rPr lang="vi-VN" dirty="0"/>
              <a:t> </a:t>
            </a:r>
            <a:r>
              <a:rPr lang="vi-VN" dirty="0" err="1"/>
              <a:t>Regression</a:t>
            </a:r>
            <a:r>
              <a:rPr lang="vi-VN" dirty="0"/>
              <a:t> (PLSR) là một phương pháp hồi quy được thiết kế để tìm mối quan hệ giữa các biến đầu vào X và biến đầu ra y thông qua việc tìm kiếm các thành phần ẩn (</a:t>
            </a:r>
            <a:r>
              <a:rPr lang="vi-VN" dirty="0" err="1"/>
              <a:t>latent</a:t>
            </a:r>
            <a:r>
              <a:rPr lang="vi-VN" dirty="0"/>
              <a:t> </a:t>
            </a:r>
            <a:r>
              <a:rPr lang="vi-VN" dirty="0" err="1"/>
              <a:t>variables</a:t>
            </a:r>
            <a:r>
              <a:rPr lang="vi-VN" dirty="0"/>
              <a:t>). </a:t>
            </a:r>
            <a:endParaRPr lang="en-US" dirty="0"/>
          </a:p>
        </p:txBody>
      </p:sp>
    </p:spTree>
    <p:extLst>
      <p:ext uri="{BB962C8B-B14F-4D97-AF65-F5344CB8AC3E}">
        <p14:creationId xmlns:p14="http://schemas.microsoft.com/office/powerpoint/2010/main" val="211490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16" y="5923433"/>
            <a:ext cx="9859618" cy="642797"/>
          </a:xfrm>
        </p:spPr>
        <p:txBody>
          <a:bodyPr vert="horz" lIns="91440" tIns="45720" rIns="91440" bIns="45720" rtlCol="0" anchor="b">
            <a:normAutofit/>
          </a:bodyPr>
          <a:lstStyle/>
          <a:p>
            <a:pPr algn="ctr"/>
            <a:r>
              <a:rPr lang="en-US" sz="3600" dirty="0" err="1">
                <a:solidFill>
                  <a:schemeClr val="tx1"/>
                </a:solidFill>
                <a:latin typeface="+mj-lt"/>
                <a:ea typeface="+mj-ea"/>
                <a:cs typeface="+mj-cs"/>
              </a:rPr>
              <a:t>Kiến</a:t>
            </a:r>
            <a:r>
              <a:rPr lang="en-US" sz="3600" dirty="0">
                <a:solidFill>
                  <a:schemeClr val="tx1"/>
                </a:solidFill>
                <a:latin typeface="+mj-lt"/>
                <a:ea typeface="+mj-ea"/>
                <a:cs typeface="+mj-cs"/>
              </a:rPr>
              <a:t> </a:t>
            </a:r>
            <a:r>
              <a:rPr lang="en-US" sz="3600" dirty="0" err="1">
                <a:solidFill>
                  <a:schemeClr val="tx1"/>
                </a:solidFill>
                <a:latin typeface="+mj-lt"/>
                <a:ea typeface="+mj-ea"/>
                <a:cs typeface="+mj-cs"/>
              </a:rPr>
              <a:t>trúc</a:t>
            </a:r>
            <a:r>
              <a:rPr lang="en-US" sz="3600" dirty="0">
                <a:solidFill>
                  <a:schemeClr val="tx1"/>
                </a:solidFill>
                <a:latin typeface="+mj-lt"/>
                <a:ea typeface="+mj-ea"/>
                <a:cs typeface="+mj-cs"/>
              </a:rPr>
              <a:t> Data Lakehouse </a:t>
            </a:r>
            <a:r>
              <a:rPr lang="en-US" sz="3600" dirty="0" err="1">
                <a:solidFill>
                  <a:schemeClr val="tx1"/>
                </a:solidFill>
                <a:latin typeface="+mj-lt"/>
                <a:ea typeface="+mj-ea"/>
                <a:cs typeface="+mj-cs"/>
              </a:rPr>
              <a:t>của</a:t>
            </a:r>
            <a:r>
              <a:rPr lang="en-US" sz="3600" dirty="0">
                <a:solidFill>
                  <a:schemeClr val="tx1"/>
                </a:solidFill>
                <a:latin typeface="+mj-lt"/>
                <a:ea typeface="+mj-ea"/>
                <a:cs typeface="+mj-cs"/>
              </a:rPr>
              <a:t> Databricks</a:t>
            </a:r>
          </a:p>
        </p:txBody>
      </p:sp>
      <p:pic>
        <p:nvPicPr>
          <p:cNvPr id="4098" name="Picture 2" descr="What Is a Lakehouse? | Databricks Blog">
            <a:extLst>
              <a:ext uri="{FF2B5EF4-FFF2-40B4-BE49-F238E27FC236}">
                <a16:creationId xmlns:a16="http://schemas.microsoft.com/office/drawing/2014/main" id="{660DF507-3F09-28A0-2708-0F15507275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390" r="5" b="5"/>
          <a:stretch/>
        </p:blipFill>
        <p:spPr bwMode="auto">
          <a:xfrm>
            <a:off x="530626" y="135296"/>
            <a:ext cx="11129752" cy="5645018"/>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Databricks - Wikipedia">
            <a:extLst>
              <a:ext uri="{FF2B5EF4-FFF2-40B4-BE49-F238E27FC236}">
                <a16:creationId xmlns:a16="http://schemas.microsoft.com/office/drawing/2014/main" id="{EDB95E71-7BEB-AF1D-3727-23F21EFC17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9443" y="4776918"/>
            <a:ext cx="1203064" cy="631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272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1152</TotalTime>
  <Words>1067</Words>
  <Application>Microsoft Office PowerPoint</Application>
  <PresentationFormat>Màn hình rộng</PresentationFormat>
  <Paragraphs>98</Paragraphs>
  <Slides>21</Slides>
  <Notes>5</Notes>
  <HiddenSlides>0</HiddenSlides>
  <MMClips>0</MMClips>
  <ScaleCrop>false</ScaleCrop>
  <HeadingPairs>
    <vt:vector size="6" baseType="variant">
      <vt:variant>
        <vt:lpstr>Phông được Dùng</vt:lpstr>
      </vt:variant>
      <vt:variant>
        <vt:i4>6</vt:i4>
      </vt:variant>
      <vt:variant>
        <vt:lpstr>Chủ đề</vt:lpstr>
      </vt:variant>
      <vt:variant>
        <vt:i4>1</vt:i4>
      </vt:variant>
      <vt:variant>
        <vt:lpstr>Tiêu đề Bản chiếu</vt:lpstr>
      </vt:variant>
      <vt:variant>
        <vt:i4>21</vt:i4>
      </vt:variant>
    </vt:vector>
  </HeadingPairs>
  <TitlesOfParts>
    <vt:vector size="28" baseType="lpstr">
      <vt:lpstr>Aptos</vt:lpstr>
      <vt:lpstr>Aptos Display</vt:lpstr>
      <vt:lpstr>Arial</vt:lpstr>
      <vt:lpstr>Open Sans</vt:lpstr>
      <vt:lpstr>Open Sans Light</vt:lpstr>
      <vt:lpstr>Times New Roman</vt:lpstr>
      <vt:lpstr>Chủ đề Office</vt:lpstr>
      <vt:lpstr>Bản trình bày PowerPoint</vt:lpstr>
      <vt:lpstr>Bản trình bày PowerPoint</vt:lpstr>
      <vt:lpstr>Nội dung trình bày</vt:lpstr>
      <vt:lpstr>Bản trình bày PowerPoint</vt:lpstr>
      <vt:lpstr>Ý nghĩa nuôi vi tảo</vt:lpstr>
      <vt:lpstr>Bản trình bày PowerPoint</vt:lpstr>
      <vt:lpstr>Bản trình bày PowerPoint</vt:lpstr>
      <vt:lpstr>Hệ thống nhận diện thời gian thực</vt:lpstr>
      <vt:lpstr>Mô Hình YoloV8</vt:lpstr>
      <vt:lpstr>Kết quả huấn luyện Yolov8</vt:lpstr>
      <vt:lpstr>Hệ thống nhận diện thời gian thực</vt:lpstr>
      <vt:lpstr>Bản trình bày PowerPoint</vt:lpstr>
      <vt:lpstr>Hệ thống tín hiệu thời gian thực</vt:lpstr>
      <vt:lpstr>Mô hình máy học :PLS</vt:lpstr>
      <vt:lpstr>Kết quả huẩn luyện mô hình PLS</vt:lpstr>
      <vt:lpstr>Hệ thống tín hiệu thời gian thực</vt:lpstr>
      <vt:lpstr>Bản trình bày PowerPoint</vt:lpstr>
      <vt:lpstr>Mô hình Yolov8</vt:lpstr>
      <vt:lpstr>Kết quả huấn luyện Yolov8</vt:lpstr>
      <vt:lpstr>Mô hình máy học :PLS</vt:lpstr>
      <vt:lpstr>Kiến trúc Data Lakehouse của Databricks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dao</dc:creator>
  <cp:lastModifiedBy>nguyen dao</cp:lastModifiedBy>
  <cp:revision>17</cp:revision>
  <dcterms:created xsi:type="dcterms:W3CDTF">2024-07-20T10:31:42Z</dcterms:created>
  <dcterms:modified xsi:type="dcterms:W3CDTF">2024-07-27T09:01:35Z</dcterms:modified>
</cp:coreProperties>
</file>